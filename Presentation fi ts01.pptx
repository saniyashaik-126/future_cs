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4" r:id="rId4"/>
    <p:sldId id="265" r:id="rId5"/>
    <p:sldId id="258" r:id="rId6"/>
    <p:sldId id="259" r:id="rId7"/>
    <p:sldId id="260" r:id="rId8"/>
    <p:sldId id="261" r:id="rId9"/>
    <p:sldId id="266" r:id="rId10"/>
    <p:sldId id="267" r:id="rId11"/>
    <p:sldId id="268" r:id="rId12"/>
    <p:sldId id="269" r:id="rId13"/>
    <p:sldId id="270" r:id="rId14"/>
    <p:sldId id="271"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911FC9F-0067-48CA-886A-057FE88AE75A}" v="27" dt="2026-06-28T18:47:37.46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8" d="100"/>
          <a:sy n="48" d="100"/>
        </p:scale>
        <p:origin x="67" y="70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iya Shaik" userId="743f1907d9652495" providerId="LiveId" clId="{6072D0E4-4CE8-4DDF-8A9D-03EB50321CFA}"/>
    <pc:docChg chg="undo custSel addSld delSld modSld sldOrd">
      <pc:chgData name="Saniya Shaik" userId="743f1907d9652495" providerId="LiveId" clId="{6072D0E4-4CE8-4DDF-8A9D-03EB50321CFA}" dt="2026-06-28T18:48:13.343" v="366" actId="5793"/>
      <pc:docMkLst>
        <pc:docMk/>
      </pc:docMkLst>
      <pc:sldChg chg="delSp modSp mod">
        <pc:chgData name="Saniya Shaik" userId="743f1907d9652495" providerId="LiveId" clId="{6072D0E4-4CE8-4DDF-8A9D-03EB50321CFA}" dt="2026-06-28T18:21:13.549" v="42"/>
        <pc:sldMkLst>
          <pc:docMk/>
          <pc:sldMk cId="4252012909" sldId="257"/>
        </pc:sldMkLst>
        <pc:spChg chg="mod">
          <ac:chgData name="Saniya Shaik" userId="743f1907d9652495" providerId="LiveId" clId="{6072D0E4-4CE8-4DDF-8A9D-03EB50321CFA}" dt="2026-06-28T18:18:45.972" v="22" actId="20577"/>
          <ac:spMkLst>
            <pc:docMk/>
            <pc:sldMk cId="4252012909" sldId="257"/>
            <ac:spMk id="2" creationId="{14A94486-6FF1-BFE0-6999-5E7416F830B6}"/>
          </ac:spMkLst>
        </pc:spChg>
        <pc:spChg chg="mod">
          <ac:chgData name="Saniya Shaik" userId="743f1907d9652495" providerId="LiveId" clId="{6072D0E4-4CE8-4DDF-8A9D-03EB50321CFA}" dt="2026-06-28T18:21:13.549" v="42"/>
          <ac:spMkLst>
            <pc:docMk/>
            <pc:sldMk cId="4252012909" sldId="257"/>
            <ac:spMk id="6" creationId="{43A4B1F4-5040-82AB-22F9-56F2B2E14642}"/>
          </ac:spMkLst>
        </pc:spChg>
        <pc:graphicFrameChg chg="del">
          <ac:chgData name="Saniya Shaik" userId="743f1907d9652495" providerId="LiveId" clId="{6072D0E4-4CE8-4DDF-8A9D-03EB50321CFA}" dt="2026-06-28T18:20:10.383" v="31" actId="21"/>
          <ac:graphicFrameMkLst>
            <pc:docMk/>
            <pc:sldMk cId="4252012909" sldId="257"/>
            <ac:graphicFrameMk id="7" creationId="{ECBBAC92-1AEE-BCC1-A5C0-F577E485C7E8}"/>
          </ac:graphicFrameMkLst>
        </pc:graphicFrameChg>
      </pc:sldChg>
      <pc:sldChg chg="modSp mod">
        <pc:chgData name="Saniya Shaik" userId="743f1907d9652495" providerId="LiveId" clId="{6072D0E4-4CE8-4DDF-8A9D-03EB50321CFA}" dt="2026-06-28T18:34:17.942" v="129" actId="5793"/>
        <pc:sldMkLst>
          <pc:docMk/>
          <pc:sldMk cId="173202190" sldId="258"/>
        </pc:sldMkLst>
        <pc:spChg chg="mod">
          <ac:chgData name="Saniya Shaik" userId="743f1907d9652495" providerId="LiveId" clId="{6072D0E4-4CE8-4DDF-8A9D-03EB50321CFA}" dt="2026-06-28T18:33:29.251" v="123" actId="1076"/>
          <ac:spMkLst>
            <pc:docMk/>
            <pc:sldMk cId="173202190" sldId="258"/>
            <ac:spMk id="2" creationId="{4A098240-66A0-11FC-7F98-0851E4FA3A9C}"/>
          </ac:spMkLst>
        </pc:spChg>
        <pc:spChg chg="mod">
          <ac:chgData name="Saniya Shaik" userId="743f1907d9652495" providerId="LiveId" clId="{6072D0E4-4CE8-4DDF-8A9D-03EB50321CFA}" dt="2026-06-28T18:34:17.942" v="129" actId="5793"/>
          <ac:spMkLst>
            <pc:docMk/>
            <pc:sldMk cId="173202190" sldId="258"/>
            <ac:spMk id="3" creationId="{11AAC905-52BE-3332-3B61-052FEBD58B88}"/>
          </ac:spMkLst>
        </pc:spChg>
      </pc:sldChg>
      <pc:sldChg chg="modSp mod">
        <pc:chgData name="Saniya Shaik" userId="743f1907d9652495" providerId="LiveId" clId="{6072D0E4-4CE8-4DDF-8A9D-03EB50321CFA}" dt="2026-06-28T18:36:14.743" v="160" actId="1076"/>
        <pc:sldMkLst>
          <pc:docMk/>
          <pc:sldMk cId="55806167" sldId="259"/>
        </pc:sldMkLst>
        <pc:spChg chg="mod">
          <ac:chgData name="Saniya Shaik" userId="743f1907d9652495" providerId="LiveId" clId="{6072D0E4-4CE8-4DDF-8A9D-03EB50321CFA}" dt="2026-06-28T18:36:14.743" v="160" actId="1076"/>
          <ac:spMkLst>
            <pc:docMk/>
            <pc:sldMk cId="55806167" sldId="259"/>
            <ac:spMk id="2" creationId="{E0E20059-B83D-3DF0-3AEF-2D92427ED379}"/>
          </ac:spMkLst>
        </pc:spChg>
        <pc:spChg chg="mod">
          <ac:chgData name="Saniya Shaik" userId="743f1907d9652495" providerId="LiveId" clId="{6072D0E4-4CE8-4DDF-8A9D-03EB50321CFA}" dt="2026-06-28T18:36:09.197" v="159" actId="1076"/>
          <ac:spMkLst>
            <pc:docMk/>
            <pc:sldMk cId="55806167" sldId="259"/>
            <ac:spMk id="3" creationId="{9CF33978-42DA-EC30-3EFE-0270C86CCF31}"/>
          </ac:spMkLst>
        </pc:spChg>
      </pc:sldChg>
      <pc:sldChg chg="modSp mod">
        <pc:chgData name="Saniya Shaik" userId="743f1907d9652495" providerId="LiveId" clId="{6072D0E4-4CE8-4DDF-8A9D-03EB50321CFA}" dt="2026-06-28T18:37:39.962" v="176" actId="1076"/>
        <pc:sldMkLst>
          <pc:docMk/>
          <pc:sldMk cId="1403281706" sldId="260"/>
        </pc:sldMkLst>
        <pc:spChg chg="mod">
          <ac:chgData name="Saniya Shaik" userId="743f1907d9652495" providerId="LiveId" clId="{6072D0E4-4CE8-4DDF-8A9D-03EB50321CFA}" dt="2026-06-28T18:37:32.427" v="175" actId="1076"/>
          <ac:spMkLst>
            <pc:docMk/>
            <pc:sldMk cId="1403281706" sldId="260"/>
            <ac:spMk id="2" creationId="{FDF71126-4940-3569-5759-E74951590871}"/>
          </ac:spMkLst>
        </pc:spChg>
        <pc:spChg chg="mod">
          <ac:chgData name="Saniya Shaik" userId="743f1907d9652495" providerId="LiveId" clId="{6072D0E4-4CE8-4DDF-8A9D-03EB50321CFA}" dt="2026-06-28T18:37:39.962" v="176" actId="1076"/>
          <ac:spMkLst>
            <pc:docMk/>
            <pc:sldMk cId="1403281706" sldId="260"/>
            <ac:spMk id="3" creationId="{2B1EE8DA-950E-5C09-EB94-EAB27A813AAA}"/>
          </ac:spMkLst>
        </pc:spChg>
      </pc:sldChg>
      <pc:sldChg chg="modSp mod">
        <pc:chgData name="Saniya Shaik" userId="743f1907d9652495" providerId="LiveId" clId="{6072D0E4-4CE8-4DDF-8A9D-03EB50321CFA}" dt="2026-06-28T18:38:46.103" v="199" actId="27636"/>
        <pc:sldMkLst>
          <pc:docMk/>
          <pc:sldMk cId="1811098614" sldId="261"/>
        </pc:sldMkLst>
        <pc:spChg chg="mod">
          <ac:chgData name="Saniya Shaik" userId="743f1907d9652495" providerId="LiveId" clId="{6072D0E4-4CE8-4DDF-8A9D-03EB50321CFA}" dt="2026-06-28T18:38:36.158" v="196" actId="1076"/>
          <ac:spMkLst>
            <pc:docMk/>
            <pc:sldMk cId="1811098614" sldId="261"/>
            <ac:spMk id="2" creationId="{919415B6-876B-4C27-E76F-72A871129110}"/>
          </ac:spMkLst>
        </pc:spChg>
        <pc:spChg chg="mod">
          <ac:chgData name="Saniya Shaik" userId="743f1907d9652495" providerId="LiveId" clId="{6072D0E4-4CE8-4DDF-8A9D-03EB50321CFA}" dt="2026-06-28T18:38:46.103" v="199" actId="27636"/>
          <ac:spMkLst>
            <pc:docMk/>
            <pc:sldMk cId="1811098614" sldId="261"/>
            <ac:spMk id="3" creationId="{A4DDDE53-6287-7C70-AEEF-C8C40234542F}"/>
          </ac:spMkLst>
        </pc:spChg>
      </pc:sldChg>
      <pc:sldChg chg="del">
        <pc:chgData name="Saniya Shaik" userId="743f1907d9652495" providerId="LiveId" clId="{6072D0E4-4CE8-4DDF-8A9D-03EB50321CFA}" dt="2026-06-28T18:45:11.718" v="311" actId="2696"/>
        <pc:sldMkLst>
          <pc:docMk/>
          <pc:sldMk cId="3765090511" sldId="262"/>
        </pc:sldMkLst>
      </pc:sldChg>
      <pc:sldChg chg="del">
        <pc:chgData name="Saniya Shaik" userId="743f1907d9652495" providerId="LiveId" clId="{6072D0E4-4CE8-4DDF-8A9D-03EB50321CFA}" dt="2026-06-28T18:45:18.378" v="312" actId="2696"/>
        <pc:sldMkLst>
          <pc:docMk/>
          <pc:sldMk cId="156068651" sldId="263"/>
        </pc:sldMkLst>
      </pc:sldChg>
      <pc:sldChg chg="addSp delSp modSp new mod">
        <pc:chgData name="Saniya Shaik" userId="743f1907d9652495" providerId="LiveId" clId="{6072D0E4-4CE8-4DDF-8A9D-03EB50321CFA}" dt="2026-06-28T18:24:32.230" v="87" actId="20577"/>
        <pc:sldMkLst>
          <pc:docMk/>
          <pc:sldMk cId="3202211096" sldId="264"/>
        </pc:sldMkLst>
        <pc:spChg chg="del">
          <ac:chgData name="Saniya Shaik" userId="743f1907d9652495" providerId="LiveId" clId="{6072D0E4-4CE8-4DDF-8A9D-03EB50321CFA}" dt="2026-06-28T18:21:33.327" v="44" actId="21"/>
          <ac:spMkLst>
            <pc:docMk/>
            <pc:sldMk cId="3202211096" sldId="264"/>
            <ac:spMk id="2" creationId="{E49C9AA6-D5B0-154C-B3C1-9C851C7D87C9}"/>
          </ac:spMkLst>
        </pc:spChg>
        <pc:spChg chg="del mod">
          <ac:chgData name="Saniya Shaik" userId="743f1907d9652495" providerId="LiveId" clId="{6072D0E4-4CE8-4DDF-8A9D-03EB50321CFA}" dt="2026-06-28T18:21:43.513" v="46" actId="22"/>
          <ac:spMkLst>
            <pc:docMk/>
            <pc:sldMk cId="3202211096" sldId="264"/>
            <ac:spMk id="3" creationId="{ECDCA848-FD31-6504-C159-6C49D972AAA6}"/>
          </ac:spMkLst>
        </pc:spChg>
        <pc:spChg chg="add del mod">
          <ac:chgData name="Saniya Shaik" userId="743f1907d9652495" providerId="LiveId" clId="{6072D0E4-4CE8-4DDF-8A9D-03EB50321CFA}" dt="2026-06-28T18:22:05.996" v="49" actId="22"/>
          <ac:spMkLst>
            <pc:docMk/>
            <pc:sldMk cId="3202211096" sldId="264"/>
            <ac:spMk id="7" creationId="{3B1FFF1A-E774-F5DE-3B7E-6C972D831F3E}"/>
          </ac:spMkLst>
        </pc:spChg>
        <pc:spChg chg="add mod">
          <ac:chgData name="Saniya Shaik" userId="743f1907d9652495" providerId="LiveId" clId="{6072D0E4-4CE8-4DDF-8A9D-03EB50321CFA}" dt="2026-06-28T18:24:32.230" v="87" actId="20577"/>
          <ac:spMkLst>
            <pc:docMk/>
            <pc:sldMk cId="3202211096" sldId="264"/>
            <ac:spMk id="11" creationId="{C63469E9-8F69-400F-16A1-B0CA219E30C4}"/>
          </ac:spMkLst>
        </pc:spChg>
        <pc:picChg chg="add del mod ord">
          <ac:chgData name="Saniya Shaik" userId="743f1907d9652495" providerId="LiveId" clId="{6072D0E4-4CE8-4DDF-8A9D-03EB50321CFA}" dt="2026-06-28T18:22:03.591" v="48" actId="21"/>
          <ac:picMkLst>
            <pc:docMk/>
            <pc:sldMk cId="3202211096" sldId="264"/>
            <ac:picMk id="5" creationId="{B3E158CD-830B-3BF3-B528-AFE06D730574}"/>
          </ac:picMkLst>
        </pc:picChg>
        <pc:picChg chg="add del mod ord">
          <ac:chgData name="Saniya Shaik" userId="743f1907d9652495" providerId="LiveId" clId="{6072D0E4-4CE8-4DDF-8A9D-03EB50321CFA}" dt="2026-06-28T18:22:12.053" v="50" actId="21"/>
          <ac:picMkLst>
            <pc:docMk/>
            <pc:sldMk cId="3202211096" sldId="264"/>
            <ac:picMk id="9" creationId="{C631CC86-4AC5-1124-90C8-6429541E2B2C}"/>
          </ac:picMkLst>
        </pc:picChg>
      </pc:sldChg>
      <pc:sldChg chg="addSp delSp modSp new mod ord">
        <pc:chgData name="Saniya Shaik" userId="743f1907d9652495" providerId="LiveId" clId="{6072D0E4-4CE8-4DDF-8A9D-03EB50321CFA}" dt="2026-06-28T18:27:04.189" v="103" actId="1076"/>
        <pc:sldMkLst>
          <pc:docMk/>
          <pc:sldMk cId="1682939000" sldId="265"/>
        </pc:sldMkLst>
        <pc:spChg chg="del">
          <ac:chgData name="Saniya Shaik" userId="743f1907d9652495" providerId="LiveId" clId="{6072D0E4-4CE8-4DDF-8A9D-03EB50321CFA}" dt="2026-06-28T18:25:05.688" v="91" actId="21"/>
          <ac:spMkLst>
            <pc:docMk/>
            <pc:sldMk cId="1682939000" sldId="265"/>
            <ac:spMk id="2" creationId="{228F2A1F-4D57-03AE-F4DA-60C2EAEE4389}"/>
          </ac:spMkLst>
        </pc:spChg>
        <pc:spChg chg="del">
          <ac:chgData name="Saniya Shaik" userId="743f1907d9652495" providerId="LiveId" clId="{6072D0E4-4CE8-4DDF-8A9D-03EB50321CFA}" dt="2026-06-28T18:25:09.505" v="92" actId="21"/>
          <ac:spMkLst>
            <pc:docMk/>
            <pc:sldMk cId="1682939000" sldId="265"/>
            <ac:spMk id="3" creationId="{EE265EFD-E379-CA48-5424-A6A2CA30B73F}"/>
          </ac:spMkLst>
        </pc:spChg>
        <pc:spChg chg="add mod">
          <ac:chgData name="Saniya Shaik" userId="743f1907d9652495" providerId="LiveId" clId="{6072D0E4-4CE8-4DDF-8A9D-03EB50321CFA}" dt="2026-06-28T18:27:04.189" v="103" actId="1076"/>
          <ac:spMkLst>
            <pc:docMk/>
            <pc:sldMk cId="1682939000" sldId="265"/>
            <ac:spMk id="5" creationId="{914AAC72-3EBD-5506-15EC-E3382624D7E7}"/>
          </ac:spMkLst>
        </pc:spChg>
        <pc:graphicFrameChg chg="add mod modGraphic">
          <ac:chgData name="Saniya Shaik" userId="743f1907d9652495" providerId="LiveId" clId="{6072D0E4-4CE8-4DDF-8A9D-03EB50321CFA}" dt="2026-06-28T18:27:00.009" v="102" actId="1076"/>
          <ac:graphicFrameMkLst>
            <pc:docMk/>
            <pc:sldMk cId="1682939000" sldId="265"/>
            <ac:graphicFrameMk id="6" creationId="{1FA3644B-8DC2-A2EB-98F9-06A66E85B0BD}"/>
          </ac:graphicFrameMkLst>
        </pc:graphicFrameChg>
      </pc:sldChg>
      <pc:sldChg chg="modSp new mod">
        <pc:chgData name="Saniya Shaik" userId="743f1907d9652495" providerId="LiveId" clId="{6072D0E4-4CE8-4DDF-8A9D-03EB50321CFA}" dt="2026-06-28T18:41:38.884" v="250" actId="27636"/>
        <pc:sldMkLst>
          <pc:docMk/>
          <pc:sldMk cId="1940818788" sldId="266"/>
        </pc:sldMkLst>
        <pc:spChg chg="mod">
          <ac:chgData name="Saniya Shaik" userId="743f1907d9652495" providerId="LiveId" clId="{6072D0E4-4CE8-4DDF-8A9D-03EB50321CFA}" dt="2026-06-28T18:39:36.200" v="210" actId="1076"/>
          <ac:spMkLst>
            <pc:docMk/>
            <pc:sldMk cId="1940818788" sldId="266"/>
            <ac:spMk id="2" creationId="{D44C78FD-EFCE-0841-CCC1-3326D8F1DC3E}"/>
          </ac:spMkLst>
        </pc:spChg>
        <pc:spChg chg="mod">
          <ac:chgData name="Saniya Shaik" userId="743f1907d9652495" providerId="LiveId" clId="{6072D0E4-4CE8-4DDF-8A9D-03EB50321CFA}" dt="2026-06-28T18:41:38.884" v="250" actId="27636"/>
          <ac:spMkLst>
            <pc:docMk/>
            <pc:sldMk cId="1940818788" sldId="266"/>
            <ac:spMk id="3" creationId="{F6B13545-D701-6435-F1C0-E39B0781A84A}"/>
          </ac:spMkLst>
        </pc:spChg>
      </pc:sldChg>
      <pc:sldChg chg="modSp new mod">
        <pc:chgData name="Saniya Shaik" userId="743f1907d9652495" providerId="LiveId" clId="{6072D0E4-4CE8-4DDF-8A9D-03EB50321CFA}" dt="2026-06-28T18:42:06.629" v="254" actId="27636"/>
        <pc:sldMkLst>
          <pc:docMk/>
          <pc:sldMk cId="189970539" sldId="267"/>
        </pc:sldMkLst>
        <pc:spChg chg="mod">
          <ac:chgData name="Saniya Shaik" userId="743f1907d9652495" providerId="LiveId" clId="{6072D0E4-4CE8-4DDF-8A9D-03EB50321CFA}" dt="2026-06-28T18:40:15.596" v="222" actId="113"/>
          <ac:spMkLst>
            <pc:docMk/>
            <pc:sldMk cId="189970539" sldId="267"/>
            <ac:spMk id="2" creationId="{92F22D35-895A-5FD1-4002-46E2EAC04EB7}"/>
          </ac:spMkLst>
        </pc:spChg>
        <pc:spChg chg="mod">
          <ac:chgData name="Saniya Shaik" userId="743f1907d9652495" providerId="LiveId" clId="{6072D0E4-4CE8-4DDF-8A9D-03EB50321CFA}" dt="2026-06-28T18:42:06.629" v="254" actId="27636"/>
          <ac:spMkLst>
            <pc:docMk/>
            <pc:sldMk cId="189970539" sldId="267"/>
            <ac:spMk id="3" creationId="{A2A1E054-FB99-B601-C29D-A286CF0D25F4}"/>
          </ac:spMkLst>
        </pc:spChg>
      </pc:sldChg>
      <pc:sldChg chg="modSp new mod">
        <pc:chgData name="Saniya Shaik" userId="743f1907d9652495" providerId="LiveId" clId="{6072D0E4-4CE8-4DDF-8A9D-03EB50321CFA}" dt="2026-06-28T18:41:55.955" v="252" actId="14100"/>
        <pc:sldMkLst>
          <pc:docMk/>
          <pc:sldMk cId="2745540773" sldId="268"/>
        </pc:sldMkLst>
        <pc:spChg chg="mod">
          <ac:chgData name="Saniya Shaik" userId="743f1907d9652495" providerId="LiveId" clId="{6072D0E4-4CE8-4DDF-8A9D-03EB50321CFA}" dt="2026-06-28T18:40:51.793" v="233" actId="113"/>
          <ac:spMkLst>
            <pc:docMk/>
            <pc:sldMk cId="2745540773" sldId="268"/>
            <ac:spMk id="2" creationId="{E3E5539D-DE12-15B0-C081-9FD8CB03A662}"/>
          </ac:spMkLst>
        </pc:spChg>
        <pc:spChg chg="mod">
          <ac:chgData name="Saniya Shaik" userId="743f1907d9652495" providerId="LiveId" clId="{6072D0E4-4CE8-4DDF-8A9D-03EB50321CFA}" dt="2026-06-28T18:41:55.955" v="252" actId="14100"/>
          <ac:spMkLst>
            <pc:docMk/>
            <pc:sldMk cId="2745540773" sldId="268"/>
            <ac:spMk id="3" creationId="{FA45DBFB-6539-C614-A2CE-813B9D54C688}"/>
          </ac:spMkLst>
        </pc:spChg>
      </pc:sldChg>
      <pc:sldChg chg="addSp delSp modSp new mod">
        <pc:chgData name="Saniya Shaik" userId="743f1907d9652495" providerId="LiveId" clId="{6072D0E4-4CE8-4DDF-8A9D-03EB50321CFA}" dt="2026-06-28T18:44:55.058" v="309" actId="20577"/>
        <pc:sldMkLst>
          <pc:docMk/>
          <pc:sldMk cId="4228906173" sldId="269"/>
        </pc:sldMkLst>
        <pc:spChg chg="mod">
          <ac:chgData name="Saniya Shaik" userId="743f1907d9652495" providerId="LiveId" clId="{6072D0E4-4CE8-4DDF-8A9D-03EB50321CFA}" dt="2026-06-28T18:44:17.566" v="300" actId="1076"/>
          <ac:spMkLst>
            <pc:docMk/>
            <pc:sldMk cId="4228906173" sldId="269"/>
            <ac:spMk id="2" creationId="{A8A54C05-4354-0B0A-7143-1F972EE824EB}"/>
          </ac:spMkLst>
        </pc:spChg>
        <pc:spChg chg="del mod">
          <ac:chgData name="Saniya Shaik" userId="743f1907d9652495" providerId="LiveId" clId="{6072D0E4-4CE8-4DDF-8A9D-03EB50321CFA}" dt="2026-06-28T18:43:14.564" v="286"/>
          <ac:spMkLst>
            <pc:docMk/>
            <pc:sldMk cId="4228906173" sldId="269"/>
            <ac:spMk id="3" creationId="{18CBDC2E-42E3-0349-B81F-9501A7342DA1}"/>
          </ac:spMkLst>
        </pc:spChg>
        <pc:spChg chg="add mod">
          <ac:chgData name="Saniya Shaik" userId="743f1907d9652495" providerId="LiveId" clId="{6072D0E4-4CE8-4DDF-8A9D-03EB50321CFA}" dt="2026-06-28T18:44:55.058" v="309" actId="20577"/>
          <ac:spMkLst>
            <pc:docMk/>
            <pc:sldMk cId="4228906173" sldId="269"/>
            <ac:spMk id="6" creationId="{CCD12196-DF0B-CDC8-C598-3A677713BE58}"/>
          </ac:spMkLst>
        </pc:spChg>
        <pc:graphicFrameChg chg="add mod modGraphic">
          <ac:chgData name="Saniya Shaik" userId="743f1907d9652495" providerId="LiveId" clId="{6072D0E4-4CE8-4DDF-8A9D-03EB50321CFA}" dt="2026-06-28T18:44:21.765" v="301" actId="1076"/>
          <ac:graphicFrameMkLst>
            <pc:docMk/>
            <pc:sldMk cId="4228906173" sldId="269"/>
            <ac:graphicFrameMk id="4" creationId="{50B40685-C4D1-8E93-5A98-F52D46FEE817}"/>
          </ac:graphicFrameMkLst>
        </pc:graphicFrameChg>
      </pc:sldChg>
      <pc:sldChg chg="addSp delSp modSp new mod">
        <pc:chgData name="Saniya Shaik" userId="743f1907d9652495" providerId="LiveId" clId="{6072D0E4-4CE8-4DDF-8A9D-03EB50321CFA}" dt="2026-06-28T18:47:14.601" v="348" actId="1076"/>
        <pc:sldMkLst>
          <pc:docMk/>
          <pc:sldMk cId="1555814901" sldId="270"/>
        </pc:sldMkLst>
        <pc:spChg chg="mod">
          <ac:chgData name="Saniya Shaik" userId="743f1907d9652495" providerId="LiveId" clId="{6072D0E4-4CE8-4DDF-8A9D-03EB50321CFA}" dt="2026-06-28T18:46:36.640" v="340" actId="1076"/>
          <ac:spMkLst>
            <pc:docMk/>
            <pc:sldMk cId="1555814901" sldId="270"/>
            <ac:spMk id="2" creationId="{DDA26C9E-277A-538B-643D-25D06FE35DA9}"/>
          </ac:spMkLst>
        </pc:spChg>
        <pc:spChg chg="del">
          <ac:chgData name="Saniya Shaik" userId="743f1907d9652495" providerId="LiveId" clId="{6072D0E4-4CE8-4DDF-8A9D-03EB50321CFA}" dt="2026-06-28T18:45:34.657" v="314"/>
          <ac:spMkLst>
            <pc:docMk/>
            <pc:sldMk cId="1555814901" sldId="270"/>
            <ac:spMk id="3" creationId="{C93D8E2B-2BF7-90C5-EB37-4BC877B6FA59}"/>
          </ac:spMkLst>
        </pc:spChg>
        <pc:spChg chg="add mod">
          <ac:chgData name="Saniya Shaik" userId="743f1907d9652495" providerId="LiveId" clId="{6072D0E4-4CE8-4DDF-8A9D-03EB50321CFA}" dt="2026-06-28T18:46:46.477" v="341" actId="1076"/>
          <ac:spMkLst>
            <pc:docMk/>
            <pc:sldMk cId="1555814901" sldId="270"/>
            <ac:spMk id="6" creationId="{6EA93B0B-12D7-68FF-4C6B-08360E270A12}"/>
          </ac:spMkLst>
        </pc:spChg>
        <pc:graphicFrameChg chg="add mod modGraphic">
          <ac:chgData name="Saniya Shaik" userId="743f1907d9652495" providerId="LiveId" clId="{6072D0E4-4CE8-4DDF-8A9D-03EB50321CFA}" dt="2026-06-28T18:47:14.601" v="348" actId="1076"/>
          <ac:graphicFrameMkLst>
            <pc:docMk/>
            <pc:sldMk cId="1555814901" sldId="270"/>
            <ac:graphicFrameMk id="4" creationId="{9D03A66C-51D0-3457-FE51-4171E5AABD42}"/>
          </ac:graphicFrameMkLst>
        </pc:graphicFrameChg>
      </pc:sldChg>
      <pc:sldChg chg="modSp new mod">
        <pc:chgData name="Saniya Shaik" userId="743f1907d9652495" providerId="LiveId" clId="{6072D0E4-4CE8-4DDF-8A9D-03EB50321CFA}" dt="2026-06-28T18:48:13.343" v="366" actId="5793"/>
        <pc:sldMkLst>
          <pc:docMk/>
          <pc:sldMk cId="4148236877" sldId="271"/>
        </pc:sldMkLst>
        <pc:spChg chg="mod">
          <ac:chgData name="Saniya Shaik" userId="743f1907d9652495" providerId="LiveId" clId="{6072D0E4-4CE8-4DDF-8A9D-03EB50321CFA}" dt="2026-06-28T18:47:46.788" v="356" actId="1076"/>
          <ac:spMkLst>
            <pc:docMk/>
            <pc:sldMk cId="4148236877" sldId="271"/>
            <ac:spMk id="2" creationId="{88C44856-A127-4B44-E011-250102B9E810}"/>
          </ac:spMkLst>
        </pc:spChg>
        <pc:spChg chg="mod">
          <ac:chgData name="Saniya Shaik" userId="743f1907d9652495" providerId="LiveId" clId="{6072D0E4-4CE8-4DDF-8A9D-03EB50321CFA}" dt="2026-06-28T18:48:13.343" v="366" actId="5793"/>
          <ac:spMkLst>
            <pc:docMk/>
            <pc:sldMk cId="4148236877" sldId="271"/>
            <ac:spMk id="3" creationId="{20FB9B05-D024-482D-C1F3-24A682C8AF4D}"/>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4AAE0-144C-8C3F-5EBE-DEF0935F149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177C798-9208-9DBF-37F2-C9CBAC58D287}"/>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DBB8E8E-546F-A24A-9484-0A63661F9B78}"/>
              </a:ext>
            </a:extLst>
          </p:cNvPr>
          <p:cNvSpPr>
            <a:spLocks noGrp="1"/>
          </p:cNvSpPr>
          <p:nvPr>
            <p:ph type="dt" sz="half" idx="10"/>
          </p:nvPr>
        </p:nvSpPr>
        <p:spPr/>
        <p:txBody>
          <a:bodyPr/>
          <a:lstStyle/>
          <a:p>
            <a:fld id="{57A29A9C-5087-42AF-909A-DCDA6973935C}" type="datetimeFigureOut">
              <a:rPr lang="en-IN" smtClean="0"/>
              <a:t>28-06-2026</a:t>
            </a:fld>
            <a:endParaRPr lang="en-IN"/>
          </a:p>
        </p:txBody>
      </p:sp>
      <p:sp>
        <p:nvSpPr>
          <p:cNvPr id="5" name="Footer Placeholder 4">
            <a:extLst>
              <a:ext uri="{FF2B5EF4-FFF2-40B4-BE49-F238E27FC236}">
                <a16:creationId xmlns:a16="http://schemas.microsoft.com/office/drawing/2014/main" id="{CFA0BE4D-FD19-3A96-C196-4A6C264E53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99CBE0-D0F5-91FA-E55A-64B39D7EB068}"/>
              </a:ext>
            </a:extLst>
          </p:cNvPr>
          <p:cNvSpPr>
            <a:spLocks noGrp="1"/>
          </p:cNvSpPr>
          <p:nvPr>
            <p:ph type="sldNum" sz="quarter" idx="12"/>
          </p:nvPr>
        </p:nvSpPr>
        <p:spPr/>
        <p:txBody>
          <a:bodyPr/>
          <a:lstStyle/>
          <a:p>
            <a:fld id="{079CB6A9-990A-42F1-BDD4-4DE3472304B7}" type="slidenum">
              <a:rPr lang="en-IN" smtClean="0"/>
              <a:t>‹#›</a:t>
            </a:fld>
            <a:endParaRPr lang="en-IN"/>
          </a:p>
        </p:txBody>
      </p:sp>
    </p:spTree>
    <p:extLst>
      <p:ext uri="{BB962C8B-B14F-4D97-AF65-F5344CB8AC3E}">
        <p14:creationId xmlns:p14="http://schemas.microsoft.com/office/powerpoint/2010/main" val="23281385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4A75AE-1785-F709-0286-5A45F815A43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79D3FAA-EFDE-EBBE-FD2D-40C46407D3A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0B2762E-601A-94D1-33F4-0592E7E8B665}"/>
              </a:ext>
            </a:extLst>
          </p:cNvPr>
          <p:cNvSpPr>
            <a:spLocks noGrp="1"/>
          </p:cNvSpPr>
          <p:nvPr>
            <p:ph type="dt" sz="half" idx="10"/>
          </p:nvPr>
        </p:nvSpPr>
        <p:spPr/>
        <p:txBody>
          <a:bodyPr/>
          <a:lstStyle/>
          <a:p>
            <a:fld id="{57A29A9C-5087-42AF-909A-DCDA6973935C}" type="datetimeFigureOut">
              <a:rPr lang="en-IN" smtClean="0"/>
              <a:t>28-06-2026</a:t>
            </a:fld>
            <a:endParaRPr lang="en-IN"/>
          </a:p>
        </p:txBody>
      </p:sp>
      <p:sp>
        <p:nvSpPr>
          <p:cNvPr id="5" name="Footer Placeholder 4">
            <a:extLst>
              <a:ext uri="{FF2B5EF4-FFF2-40B4-BE49-F238E27FC236}">
                <a16:creationId xmlns:a16="http://schemas.microsoft.com/office/drawing/2014/main" id="{2605309F-38EC-827B-76C8-1C3BBCC4802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351EBF4-1DA7-6212-2E3C-38D65ACBE7EB}"/>
              </a:ext>
            </a:extLst>
          </p:cNvPr>
          <p:cNvSpPr>
            <a:spLocks noGrp="1"/>
          </p:cNvSpPr>
          <p:nvPr>
            <p:ph type="sldNum" sz="quarter" idx="12"/>
          </p:nvPr>
        </p:nvSpPr>
        <p:spPr/>
        <p:txBody>
          <a:bodyPr/>
          <a:lstStyle/>
          <a:p>
            <a:fld id="{079CB6A9-990A-42F1-BDD4-4DE3472304B7}" type="slidenum">
              <a:rPr lang="en-IN" smtClean="0"/>
              <a:t>‹#›</a:t>
            </a:fld>
            <a:endParaRPr lang="en-IN"/>
          </a:p>
        </p:txBody>
      </p:sp>
    </p:spTree>
    <p:extLst>
      <p:ext uri="{BB962C8B-B14F-4D97-AF65-F5344CB8AC3E}">
        <p14:creationId xmlns:p14="http://schemas.microsoft.com/office/powerpoint/2010/main" val="22997963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D8921B-6753-52AE-2B9D-2E798934A46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536C62E-FC96-85F8-4D60-74BC0004054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2AE292F-0F78-F57F-75DD-5B73056DDFDA}"/>
              </a:ext>
            </a:extLst>
          </p:cNvPr>
          <p:cNvSpPr>
            <a:spLocks noGrp="1"/>
          </p:cNvSpPr>
          <p:nvPr>
            <p:ph type="dt" sz="half" idx="10"/>
          </p:nvPr>
        </p:nvSpPr>
        <p:spPr/>
        <p:txBody>
          <a:bodyPr/>
          <a:lstStyle/>
          <a:p>
            <a:fld id="{57A29A9C-5087-42AF-909A-DCDA6973935C}" type="datetimeFigureOut">
              <a:rPr lang="en-IN" smtClean="0"/>
              <a:t>28-06-2026</a:t>
            </a:fld>
            <a:endParaRPr lang="en-IN"/>
          </a:p>
        </p:txBody>
      </p:sp>
      <p:sp>
        <p:nvSpPr>
          <p:cNvPr id="5" name="Footer Placeholder 4">
            <a:extLst>
              <a:ext uri="{FF2B5EF4-FFF2-40B4-BE49-F238E27FC236}">
                <a16:creationId xmlns:a16="http://schemas.microsoft.com/office/drawing/2014/main" id="{AD60F50B-212C-9682-E094-2294284A00B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1C20C73-9E14-AB41-B917-F89F578C6D6A}"/>
              </a:ext>
            </a:extLst>
          </p:cNvPr>
          <p:cNvSpPr>
            <a:spLocks noGrp="1"/>
          </p:cNvSpPr>
          <p:nvPr>
            <p:ph type="sldNum" sz="quarter" idx="12"/>
          </p:nvPr>
        </p:nvSpPr>
        <p:spPr/>
        <p:txBody>
          <a:bodyPr/>
          <a:lstStyle/>
          <a:p>
            <a:fld id="{079CB6A9-990A-42F1-BDD4-4DE3472304B7}" type="slidenum">
              <a:rPr lang="en-IN" smtClean="0"/>
              <a:t>‹#›</a:t>
            </a:fld>
            <a:endParaRPr lang="en-IN"/>
          </a:p>
        </p:txBody>
      </p:sp>
    </p:spTree>
    <p:extLst>
      <p:ext uri="{BB962C8B-B14F-4D97-AF65-F5344CB8AC3E}">
        <p14:creationId xmlns:p14="http://schemas.microsoft.com/office/powerpoint/2010/main" val="4602240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F3F897-064B-BB01-464D-9F5745D4E14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70A75E3-27BF-90B9-3796-7239F12B208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3CBE140-4C88-E724-9DFF-25932C510BD3}"/>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1513B8E-056B-2DC7-DD15-B7206FAB4F03}"/>
              </a:ext>
            </a:extLst>
          </p:cNvPr>
          <p:cNvSpPr>
            <a:spLocks noGrp="1"/>
          </p:cNvSpPr>
          <p:nvPr>
            <p:ph type="dt" sz="half" idx="10"/>
          </p:nvPr>
        </p:nvSpPr>
        <p:spPr/>
        <p:txBody>
          <a:bodyPr/>
          <a:lstStyle/>
          <a:p>
            <a:fld id="{57A29A9C-5087-42AF-909A-DCDA6973935C}" type="datetimeFigureOut">
              <a:rPr lang="en-IN" smtClean="0"/>
              <a:t>28-06-2026</a:t>
            </a:fld>
            <a:endParaRPr lang="en-IN"/>
          </a:p>
        </p:txBody>
      </p:sp>
      <p:sp>
        <p:nvSpPr>
          <p:cNvPr id="6" name="Footer Placeholder 5">
            <a:extLst>
              <a:ext uri="{FF2B5EF4-FFF2-40B4-BE49-F238E27FC236}">
                <a16:creationId xmlns:a16="http://schemas.microsoft.com/office/drawing/2014/main" id="{60B65C26-1583-A9AC-CFF0-1D13B2BC2AE8}"/>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8C52412-D1D8-6EC7-4F69-218EB40FCBC1}"/>
              </a:ext>
            </a:extLst>
          </p:cNvPr>
          <p:cNvSpPr>
            <a:spLocks noGrp="1"/>
          </p:cNvSpPr>
          <p:nvPr>
            <p:ph type="sldNum" sz="quarter" idx="12"/>
          </p:nvPr>
        </p:nvSpPr>
        <p:spPr/>
        <p:txBody>
          <a:bodyPr/>
          <a:lstStyle/>
          <a:p>
            <a:fld id="{079CB6A9-990A-42F1-BDD4-4DE3472304B7}" type="slidenum">
              <a:rPr lang="en-IN" smtClean="0"/>
              <a:t>‹#›</a:t>
            </a:fld>
            <a:endParaRPr lang="en-IN"/>
          </a:p>
        </p:txBody>
      </p:sp>
    </p:spTree>
    <p:extLst>
      <p:ext uri="{BB962C8B-B14F-4D97-AF65-F5344CB8AC3E}">
        <p14:creationId xmlns:p14="http://schemas.microsoft.com/office/powerpoint/2010/main" val="40549398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5AFD62-42E0-6B2D-3153-A5BAEE0F5C71}"/>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46DAD401-6A1D-B71B-3C49-539FC596064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BA2F3AD9-F5A1-8C19-693E-279B02E924A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497AFDD9-722E-35CD-3A7E-C152BD6ADC6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CE493A6-702D-875D-C953-CE9F1F065E1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D829C840-A403-7412-C042-0A5986E70B8C}"/>
              </a:ext>
            </a:extLst>
          </p:cNvPr>
          <p:cNvSpPr>
            <a:spLocks noGrp="1"/>
          </p:cNvSpPr>
          <p:nvPr>
            <p:ph type="dt" sz="half" idx="10"/>
          </p:nvPr>
        </p:nvSpPr>
        <p:spPr/>
        <p:txBody>
          <a:bodyPr/>
          <a:lstStyle/>
          <a:p>
            <a:fld id="{57A29A9C-5087-42AF-909A-DCDA6973935C}" type="datetimeFigureOut">
              <a:rPr lang="en-IN" smtClean="0"/>
              <a:t>28-06-2026</a:t>
            </a:fld>
            <a:endParaRPr lang="en-IN"/>
          </a:p>
        </p:txBody>
      </p:sp>
      <p:sp>
        <p:nvSpPr>
          <p:cNvPr id="8" name="Footer Placeholder 7">
            <a:extLst>
              <a:ext uri="{FF2B5EF4-FFF2-40B4-BE49-F238E27FC236}">
                <a16:creationId xmlns:a16="http://schemas.microsoft.com/office/drawing/2014/main" id="{827F49B7-6357-9A25-C6B6-6DD16ADD457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3BDB225-6DC3-8BD2-CBB6-25A83F74B5C0}"/>
              </a:ext>
            </a:extLst>
          </p:cNvPr>
          <p:cNvSpPr>
            <a:spLocks noGrp="1"/>
          </p:cNvSpPr>
          <p:nvPr>
            <p:ph type="sldNum" sz="quarter" idx="12"/>
          </p:nvPr>
        </p:nvSpPr>
        <p:spPr/>
        <p:txBody>
          <a:bodyPr/>
          <a:lstStyle/>
          <a:p>
            <a:fld id="{079CB6A9-990A-42F1-BDD4-4DE3472304B7}" type="slidenum">
              <a:rPr lang="en-IN" smtClean="0"/>
              <a:t>‹#›</a:t>
            </a:fld>
            <a:endParaRPr lang="en-IN"/>
          </a:p>
        </p:txBody>
      </p:sp>
    </p:spTree>
    <p:extLst>
      <p:ext uri="{BB962C8B-B14F-4D97-AF65-F5344CB8AC3E}">
        <p14:creationId xmlns:p14="http://schemas.microsoft.com/office/powerpoint/2010/main" val="2822496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E23B4E-95BB-71DC-71CA-8BB19D0C022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B25F0029-9EB0-706A-F553-0D3CD93FB716}"/>
              </a:ext>
            </a:extLst>
          </p:cNvPr>
          <p:cNvSpPr>
            <a:spLocks noGrp="1"/>
          </p:cNvSpPr>
          <p:nvPr>
            <p:ph type="dt" sz="half" idx="10"/>
          </p:nvPr>
        </p:nvSpPr>
        <p:spPr/>
        <p:txBody>
          <a:bodyPr/>
          <a:lstStyle/>
          <a:p>
            <a:fld id="{57A29A9C-5087-42AF-909A-DCDA6973935C}" type="datetimeFigureOut">
              <a:rPr lang="en-IN" smtClean="0"/>
              <a:t>28-06-2026</a:t>
            </a:fld>
            <a:endParaRPr lang="en-IN"/>
          </a:p>
        </p:txBody>
      </p:sp>
      <p:sp>
        <p:nvSpPr>
          <p:cNvPr id="4" name="Footer Placeholder 3">
            <a:extLst>
              <a:ext uri="{FF2B5EF4-FFF2-40B4-BE49-F238E27FC236}">
                <a16:creationId xmlns:a16="http://schemas.microsoft.com/office/drawing/2014/main" id="{2B47C452-46A3-6A84-314F-5FBE52620C1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601D8557-2581-FA5B-A8F3-5E66CCA2EB74}"/>
              </a:ext>
            </a:extLst>
          </p:cNvPr>
          <p:cNvSpPr>
            <a:spLocks noGrp="1"/>
          </p:cNvSpPr>
          <p:nvPr>
            <p:ph type="sldNum" sz="quarter" idx="12"/>
          </p:nvPr>
        </p:nvSpPr>
        <p:spPr/>
        <p:txBody>
          <a:bodyPr/>
          <a:lstStyle/>
          <a:p>
            <a:fld id="{079CB6A9-990A-42F1-BDD4-4DE3472304B7}" type="slidenum">
              <a:rPr lang="en-IN" smtClean="0"/>
              <a:t>‹#›</a:t>
            </a:fld>
            <a:endParaRPr lang="en-IN"/>
          </a:p>
        </p:txBody>
      </p:sp>
    </p:spTree>
    <p:extLst>
      <p:ext uri="{BB962C8B-B14F-4D97-AF65-F5344CB8AC3E}">
        <p14:creationId xmlns:p14="http://schemas.microsoft.com/office/powerpoint/2010/main" val="4557383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966C994-DDBC-0B23-B048-D253FB1192E7}"/>
              </a:ext>
            </a:extLst>
          </p:cNvPr>
          <p:cNvSpPr>
            <a:spLocks noGrp="1"/>
          </p:cNvSpPr>
          <p:nvPr>
            <p:ph type="dt" sz="half" idx="10"/>
          </p:nvPr>
        </p:nvSpPr>
        <p:spPr/>
        <p:txBody>
          <a:bodyPr/>
          <a:lstStyle/>
          <a:p>
            <a:fld id="{57A29A9C-5087-42AF-909A-DCDA6973935C}" type="datetimeFigureOut">
              <a:rPr lang="en-IN" smtClean="0"/>
              <a:t>28-06-2026</a:t>
            </a:fld>
            <a:endParaRPr lang="en-IN"/>
          </a:p>
        </p:txBody>
      </p:sp>
      <p:sp>
        <p:nvSpPr>
          <p:cNvPr id="3" name="Footer Placeholder 2">
            <a:extLst>
              <a:ext uri="{FF2B5EF4-FFF2-40B4-BE49-F238E27FC236}">
                <a16:creationId xmlns:a16="http://schemas.microsoft.com/office/drawing/2014/main" id="{DBF2E2B4-1678-48EA-738E-BD4C80562758}"/>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8666185B-E823-5383-39C0-A5B1A30B9CA6}"/>
              </a:ext>
            </a:extLst>
          </p:cNvPr>
          <p:cNvSpPr>
            <a:spLocks noGrp="1"/>
          </p:cNvSpPr>
          <p:nvPr>
            <p:ph type="sldNum" sz="quarter" idx="12"/>
          </p:nvPr>
        </p:nvSpPr>
        <p:spPr/>
        <p:txBody>
          <a:bodyPr/>
          <a:lstStyle/>
          <a:p>
            <a:fld id="{079CB6A9-990A-42F1-BDD4-4DE3472304B7}" type="slidenum">
              <a:rPr lang="en-IN" smtClean="0"/>
              <a:t>‹#›</a:t>
            </a:fld>
            <a:endParaRPr lang="en-IN"/>
          </a:p>
        </p:txBody>
      </p:sp>
    </p:spTree>
    <p:extLst>
      <p:ext uri="{BB962C8B-B14F-4D97-AF65-F5344CB8AC3E}">
        <p14:creationId xmlns:p14="http://schemas.microsoft.com/office/powerpoint/2010/main" val="33556945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B919C-5C47-9D28-865E-8CBA974BD6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3F0D2EBB-5C33-F9AE-C9ED-837D348BE06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7DF51EC-39D2-2EAC-26C0-D1542EBF3A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21BEF31-EDFB-7A99-E1ED-43E7506ED2DE}"/>
              </a:ext>
            </a:extLst>
          </p:cNvPr>
          <p:cNvSpPr>
            <a:spLocks noGrp="1"/>
          </p:cNvSpPr>
          <p:nvPr>
            <p:ph type="dt" sz="half" idx="10"/>
          </p:nvPr>
        </p:nvSpPr>
        <p:spPr/>
        <p:txBody>
          <a:bodyPr/>
          <a:lstStyle/>
          <a:p>
            <a:fld id="{57A29A9C-5087-42AF-909A-DCDA6973935C}" type="datetimeFigureOut">
              <a:rPr lang="en-IN" smtClean="0"/>
              <a:t>28-06-2026</a:t>
            </a:fld>
            <a:endParaRPr lang="en-IN"/>
          </a:p>
        </p:txBody>
      </p:sp>
      <p:sp>
        <p:nvSpPr>
          <p:cNvPr id="6" name="Footer Placeholder 5">
            <a:extLst>
              <a:ext uri="{FF2B5EF4-FFF2-40B4-BE49-F238E27FC236}">
                <a16:creationId xmlns:a16="http://schemas.microsoft.com/office/drawing/2014/main" id="{95CA93A5-E7DB-B713-ED4E-2E277415D88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2443A3C-AEE4-A94A-0ED3-FE823E176A21}"/>
              </a:ext>
            </a:extLst>
          </p:cNvPr>
          <p:cNvSpPr>
            <a:spLocks noGrp="1"/>
          </p:cNvSpPr>
          <p:nvPr>
            <p:ph type="sldNum" sz="quarter" idx="12"/>
          </p:nvPr>
        </p:nvSpPr>
        <p:spPr/>
        <p:txBody>
          <a:bodyPr/>
          <a:lstStyle/>
          <a:p>
            <a:fld id="{079CB6A9-990A-42F1-BDD4-4DE3472304B7}" type="slidenum">
              <a:rPr lang="en-IN" smtClean="0"/>
              <a:t>‹#›</a:t>
            </a:fld>
            <a:endParaRPr lang="en-IN"/>
          </a:p>
        </p:txBody>
      </p:sp>
    </p:spTree>
    <p:extLst>
      <p:ext uri="{BB962C8B-B14F-4D97-AF65-F5344CB8AC3E}">
        <p14:creationId xmlns:p14="http://schemas.microsoft.com/office/powerpoint/2010/main" val="29547676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83EAA2-8107-A1A4-B15A-82DD4069B5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7BA4C5F-0ADC-A284-4335-DD49CD7A269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248113C-1006-DC5A-89B2-323AB26815C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8F9A625-DF6F-790D-27C9-3A336F3D7FC3}"/>
              </a:ext>
            </a:extLst>
          </p:cNvPr>
          <p:cNvSpPr>
            <a:spLocks noGrp="1"/>
          </p:cNvSpPr>
          <p:nvPr>
            <p:ph type="dt" sz="half" idx="10"/>
          </p:nvPr>
        </p:nvSpPr>
        <p:spPr/>
        <p:txBody>
          <a:bodyPr/>
          <a:lstStyle/>
          <a:p>
            <a:fld id="{57A29A9C-5087-42AF-909A-DCDA6973935C}" type="datetimeFigureOut">
              <a:rPr lang="en-IN" smtClean="0"/>
              <a:t>28-06-2026</a:t>
            </a:fld>
            <a:endParaRPr lang="en-IN"/>
          </a:p>
        </p:txBody>
      </p:sp>
      <p:sp>
        <p:nvSpPr>
          <p:cNvPr id="6" name="Footer Placeholder 5">
            <a:extLst>
              <a:ext uri="{FF2B5EF4-FFF2-40B4-BE49-F238E27FC236}">
                <a16:creationId xmlns:a16="http://schemas.microsoft.com/office/drawing/2014/main" id="{3B9E7C74-9C7A-128A-5B3E-E6DE4745ED3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F63C72C-864D-95FD-06FD-5AF267388B6F}"/>
              </a:ext>
            </a:extLst>
          </p:cNvPr>
          <p:cNvSpPr>
            <a:spLocks noGrp="1"/>
          </p:cNvSpPr>
          <p:nvPr>
            <p:ph type="sldNum" sz="quarter" idx="12"/>
          </p:nvPr>
        </p:nvSpPr>
        <p:spPr/>
        <p:txBody>
          <a:bodyPr/>
          <a:lstStyle/>
          <a:p>
            <a:fld id="{079CB6A9-990A-42F1-BDD4-4DE3472304B7}" type="slidenum">
              <a:rPr lang="en-IN" smtClean="0"/>
              <a:t>‹#›</a:t>
            </a:fld>
            <a:endParaRPr lang="en-IN"/>
          </a:p>
        </p:txBody>
      </p:sp>
    </p:spTree>
    <p:extLst>
      <p:ext uri="{BB962C8B-B14F-4D97-AF65-F5344CB8AC3E}">
        <p14:creationId xmlns:p14="http://schemas.microsoft.com/office/powerpoint/2010/main" val="316097581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0F6CB9-68F0-2671-E7FB-2DDF8B69429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8FECB58-04FD-728E-B806-DF5E21E3BC8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8680713-DEBF-0C98-3AB6-AEFBA9ADBD27}"/>
              </a:ext>
            </a:extLst>
          </p:cNvPr>
          <p:cNvSpPr>
            <a:spLocks noGrp="1"/>
          </p:cNvSpPr>
          <p:nvPr>
            <p:ph type="dt" sz="half" idx="10"/>
          </p:nvPr>
        </p:nvSpPr>
        <p:spPr/>
        <p:txBody>
          <a:bodyPr/>
          <a:lstStyle/>
          <a:p>
            <a:fld id="{57A29A9C-5087-42AF-909A-DCDA6973935C}" type="datetimeFigureOut">
              <a:rPr lang="en-IN" smtClean="0"/>
              <a:t>28-06-2026</a:t>
            </a:fld>
            <a:endParaRPr lang="en-IN"/>
          </a:p>
        </p:txBody>
      </p:sp>
      <p:sp>
        <p:nvSpPr>
          <p:cNvPr id="5" name="Footer Placeholder 4">
            <a:extLst>
              <a:ext uri="{FF2B5EF4-FFF2-40B4-BE49-F238E27FC236}">
                <a16:creationId xmlns:a16="http://schemas.microsoft.com/office/drawing/2014/main" id="{3259AE1B-4830-8152-4AE8-5AE749B9291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35372B2-AA74-3C59-BC29-F1CD4D6BB695}"/>
              </a:ext>
            </a:extLst>
          </p:cNvPr>
          <p:cNvSpPr>
            <a:spLocks noGrp="1"/>
          </p:cNvSpPr>
          <p:nvPr>
            <p:ph type="sldNum" sz="quarter" idx="12"/>
          </p:nvPr>
        </p:nvSpPr>
        <p:spPr/>
        <p:txBody>
          <a:bodyPr/>
          <a:lstStyle/>
          <a:p>
            <a:fld id="{079CB6A9-990A-42F1-BDD4-4DE3472304B7}" type="slidenum">
              <a:rPr lang="en-IN" smtClean="0"/>
              <a:t>‹#›</a:t>
            </a:fld>
            <a:endParaRPr lang="en-IN"/>
          </a:p>
        </p:txBody>
      </p:sp>
    </p:spTree>
    <p:extLst>
      <p:ext uri="{BB962C8B-B14F-4D97-AF65-F5344CB8AC3E}">
        <p14:creationId xmlns:p14="http://schemas.microsoft.com/office/powerpoint/2010/main" val="349572949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7DA7AA52-6A01-1207-2BCE-94A6D405CA6A}"/>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80C3285-D363-EAB2-C79F-D7522101A14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204B2B-9878-1CC1-942E-F467162E884D}"/>
              </a:ext>
            </a:extLst>
          </p:cNvPr>
          <p:cNvSpPr>
            <a:spLocks noGrp="1"/>
          </p:cNvSpPr>
          <p:nvPr>
            <p:ph type="dt" sz="half" idx="10"/>
          </p:nvPr>
        </p:nvSpPr>
        <p:spPr/>
        <p:txBody>
          <a:bodyPr/>
          <a:lstStyle/>
          <a:p>
            <a:fld id="{57A29A9C-5087-42AF-909A-DCDA6973935C}" type="datetimeFigureOut">
              <a:rPr lang="en-IN" smtClean="0"/>
              <a:t>28-06-2026</a:t>
            </a:fld>
            <a:endParaRPr lang="en-IN"/>
          </a:p>
        </p:txBody>
      </p:sp>
      <p:sp>
        <p:nvSpPr>
          <p:cNvPr id="5" name="Footer Placeholder 4">
            <a:extLst>
              <a:ext uri="{FF2B5EF4-FFF2-40B4-BE49-F238E27FC236}">
                <a16:creationId xmlns:a16="http://schemas.microsoft.com/office/drawing/2014/main" id="{2B6CB6BE-D391-7632-C19A-13651DC637F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2930FA4-70FC-6CDF-1938-3FA9E6BFF9D4}"/>
              </a:ext>
            </a:extLst>
          </p:cNvPr>
          <p:cNvSpPr>
            <a:spLocks noGrp="1"/>
          </p:cNvSpPr>
          <p:nvPr>
            <p:ph type="sldNum" sz="quarter" idx="12"/>
          </p:nvPr>
        </p:nvSpPr>
        <p:spPr/>
        <p:txBody>
          <a:bodyPr/>
          <a:lstStyle/>
          <a:p>
            <a:fld id="{079CB6A9-990A-42F1-BDD4-4DE3472304B7}" type="slidenum">
              <a:rPr lang="en-IN" smtClean="0"/>
              <a:t>‹#›</a:t>
            </a:fld>
            <a:endParaRPr lang="en-IN"/>
          </a:p>
        </p:txBody>
      </p:sp>
    </p:spTree>
    <p:extLst>
      <p:ext uri="{BB962C8B-B14F-4D97-AF65-F5344CB8AC3E}">
        <p14:creationId xmlns:p14="http://schemas.microsoft.com/office/powerpoint/2010/main" val="19445084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1969E99-537F-B343-E481-1CDFEBD5441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2807959-7208-F702-D31A-0BC629784CA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2178681-629B-1748-5BD3-048646E13A9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7A29A9C-5087-42AF-909A-DCDA6973935C}" type="datetimeFigureOut">
              <a:rPr lang="en-IN" smtClean="0"/>
              <a:t>28-06-2026</a:t>
            </a:fld>
            <a:endParaRPr lang="en-IN"/>
          </a:p>
        </p:txBody>
      </p:sp>
      <p:sp>
        <p:nvSpPr>
          <p:cNvPr id="5" name="Footer Placeholder 4">
            <a:extLst>
              <a:ext uri="{FF2B5EF4-FFF2-40B4-BE49-F238E27FC236}">
                <a16:creationId xmlns:a16="http://schemas.microsoft.com/office/drawing/2014/main" id="{2A902863-FE49-EC89-E9D5-DF3BAB8437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F9801CCC-206E-7B1B-BCEE-60E4855AAC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79CB6A9-990A-42F1-BDD4-4DE3472304B7}" type="slidenum">
              <a:rPr lang="en-IN" smtClean="0"/>
              <a:t>‹#›</a:t>
            </a:fld>
            <a:endParaRPr lang="en-IN"/>
          </a:p>
        </p:txBody>
      </p:sp>
    </p:spTree>
    <p:extLst>
      <p:ext uri="{BB962C8B-B14F-4D97-AF65-F5344CB8AC3E}">
        <p14:creationId xmlns:p14="http://schemas.microsoft.com/office/powerpoint/2010/main" val="382458181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B15629-421E-D39F-3F49-6D7336134660}"/>
              </a:ext>
            </a:extLst>
          </p:cNvPr>
          <p:cNvSpPr>
            <a:spLocks noGrp="1"/>
          </p:cNvSpPr>
          <p:nvPr>
            <p:ph type="ctrTitle"/>
          </p:nvPr>
        </p:nvSpPr>
        <p:spPr/>
        <p:txBody>
          <a:bodyPr/>
          <a:lstStyle/>
          <a:p>
            <a:r>
              <a:rPr lang="en-IN" dirty="0"/>
              <a:t>Cyber Security Read-Only Assessment Report</a:t>
            </a:r>
          </a:p>
        </p:txBody>
      </p:sp>
      <p:sp>
        <p:nvSpPr>
          <p:cNvPr id="3" name="Subtitle 2">
            <a:extLst>
              <a:ext uri="{FF2B5EF4-FFF2-40B4-BE49-F238E27FC236}">
                <a16:creationId xmlns:a16="http://schemas.microsoft.com/office/drawing/2014/main" id="{9387A49E-4066-71B9-65B9-0204101C1F84}"/>
              </a:ext>
            </a:extLst>
          </p:cNvPr>
          <p:cNvSpPr>
            <a:spLocks noGrp="1"/>
          </p:cNvSpPr>
          <p:nvPr>
            <p:ph type="subTitle" idx="1"/>
          </p:nvPr>
        </p:nvSpPr>
        <p:spPr/>
        <p:txBody>
          <a:bodyPr/>
          <a:lstStyle/>
          <a:p>
            <a:r>
              <a:rPr lang="en-IN" b="1" dirty="0"/>
              <a:t>Website:</a:t>
            </a:r>
            <a:r>
              <a:rPr lang="en-IN" dirty="0"/>
              <a:t> OWASP Juice Shop (Demo)</a:t>
            </a:r>
            <a:br>
              <a:rPr lang="en-IN" dirty="0"/>
            </a:br>
            <a:r>
              <a:rPr lang="en-IN" b="1" dirty="0"/>
              <a:t>Assessment Type:</a:t>
            </a:r>
            <a:r>
              <a:rPr lang="en-IN" dirty="0"/>
              <a:t> Read-only Security Assessment</a:t>
            </a:r>
          </a:p>
        </p:txBody>
      </p:sp>
    </p:spTree>
    <p:extLst>
      <p:ext uri="{BB962C8B-B14F-4D97-AF65-F5344CB8AC3E}">
        <p14:creationId xmlns:p14="http://schemas.microsoft.com/office/powerpoint/2010/main" val="267776947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A94486-6FF1-BFE0-6999-5E7416F830B6}"/>
              </a:ext>
            </a:extLst>
          </p:cNvPr>
          <p:cNvSpPr>
            <a:spLocks noGrp="1"/>
          </p:cNvSpPr>
          <p:nvPr>
            <p:ph type="title"/>
          </p:nvPr>
        </p:nvSpPr>
        <p:spPr/>
        <p:txBody>
          <a:bodyPr/>
          <a:lstStyle/>
          <a:p>
            <a:r>
              <a:rPr lang="en-IN" dirty="0"/>
              <a:t>Executive summary</a:t>
            </a:r>
          </a:p>
        </p:txBody>
      </p:sp>
      <p:sp>
        <p:nvSpPr>
          <p:cNvPr id="6" name="TextBox 5">
            <a:extLst>
              <a:ext uri="{FF2B5EF4-FFF2-40B4-BE49-F238E27FC236}">
                <a16:creationId xmlns:a16="http://schemas.microsoft.com/office/drawing/2014/main" id="{43A4B1F4-5040-82AB-22F9-56F2B2E14642}"/>
              </a:ext>
            </a:extLst>
          </p:cNvPr>
          <p:cNvSpPr txBox="1"/>
          <p:nvPr/>
        </p:nvSpPr>
        <p:spPr>
          <a:xfrm>
            <a:off x="838200" y="1417736"/>
            <a:ext cx="10515600" cy="4585871"/>
          </a:xfrm>
          <a:prstGeom prst="rect">
            <a:avLst/>
          </a:prstGeom>
          <a:noFill/>
        </p:spPr>
        <p:txBody>
          <a:bodyPr wrap="square">
            <a:spAutoFit/>
          </a:bodyPr>
          <a:lstStyle/>
          <a:p>
            <a:r>
              <a:rPr lang="en-IN" dirty="0"/>
              <a:t>A passive security assessment was performed against the target website using industry-standard security tools. The objective was to identify publicly visible security issues without exploiting or modifying the application.</a:t>
            </a:r>
          </a:p>
          <a:p>
            <a:r>
              <a:rPr lang="en-IN" dirty="0"/>
              <a:t>The assessment identified several informational and low-risk security findings related to HTTP response headers, server information disclosure, caching configuration, and missing browser security headers.</a:t>
            </a:r>
          </a:p>
          <a:p>
            <a:r>
              <a:rPr lang="en-IN" dirty="0"/>
              <a:t>No active exploitation or intrusive testing was performed during this assessment.</a:t>
            </a:r>
          </a:p>
          <a:p>
            <a:endParaRPr lang="en-IN" dirty="0"/>
          </a:p>
          <a:p>
            <a:pPr>
              <a:buNone/>
            </a:pPr>
            <a:r>
              <a:rPr lang="en-IN" sz="2000" b="1" dirty="0"/>
              <a:t>Scope</a:t>
            </a:r>
          </a:p>
          <a:p>
            <a:r>
              <a:rPr lang="en-IN" b="1" dirty="0"/>
              <a:t>The assessment included:			</a:t>
            </a:r>
          </a:p>
          <a:p>
            <a:r>
              <a:rPr lang="en-IN" dirty="0"/>
              <a:t>Public website analysis </a:t>
            </a:r>
          </a:p>
          <a:p>
            <a:r>
              <a:rPr lang="en-IN" dirty="0"/>
              <a:t>Read-only testing </a:t>
            </a:r>
          </a:p>
          <a:p>
            <a:r>
              <a:rPr lang="en-IN" dirty="0"/>
              <a:t>HTTP response inspection </a:t>
            </a:r>
          </a:p>
          <a:p>
            <a:r>
              <a:rPr lang="en-IN" dirty="0"/>
              <a:t>Passive vulnerability scanning </a:t>
            </a:r>
          </a:p>
          <a:p>
            <a:r>
              <a:rPr lang="en-IN" dirty="0"/>
              <a:t>Security header review </a:t>
            </a:r>
          </a:p>
          <a:p>
            <a:r>
              <a:rPr lang="en-IN" dirty="0"/>
              <a:t>Technology detection </a:t>
            </a:r>
          </a:p>
          <a:p>
            <a:pPr>
              <a:buNone/>
            </a:pPr>
            <a:endParaRPr lang="en-IN" sz="2000" b="1" dirty="0"/>
          </a:p>
        </p:txBody>
      </p:sp>
    </p:spTree>
    <p:extLst>
      <p:ext uri="{BB962C8B-B14F-4D97-AF65-F5344CB8AC3E}">
        <p14:creationId xmlns:p14="http://schemas.microsoft.com/office/powerpoint/2010/main" val="425201290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Content Placeholder 10">
            <a:extLst>
              <a:ext uri="{FF2B5EF4-FFF2-40B4-BE49-F238E27FC236}">
                <a16:creationId xmlns:a16="http://schemas.microsoft.com/office/drawing/2014/main" id="{C63469E9-8F69-400F-16A1-B0CA219E30C4}"/>
              </a:ext>
            </a:extLst>
          </p:cNvPr>
          <p:cNvSpPr>
            <a:spLocks noGrp="1"/>
          </p:cNvSpPr>
          <p:nvPr>
            <p:ph idx="1"/>
          </p:nvPr>
        </p:nvSpPr>
        <p:spPr>
          <a:xfrm>
            <a:off x="565484" y="429961"/>
            <a:ext cx="10515600" cy="5585827"/>
          </a:xfrm>
        </p:spPr>
        <p:txBody>
          <a:bodyPr>
            <a:normAutofit fontScale="85000" lnSpcReduction="20000"/>
          </a:bodyPr>
          <a:lstStyle/>
          <a:p>
            <a:pPr marL="0" indent="0">
              <a:buNone/>
            </a:pPr>
            <a:r>
              <a:rPr lang="en-IN" sz="2100" b="1" dirty="0"/>
              <a:t>The assessment excluded:</a:t>
            </a:r>
          </a:p>
          <a:p>
            <a:r>
              <a:rPr lang="en-IN" sz="2100" dirty="0"/>
              <a:t>Authentication testing </a:t>
            </a:r>
          </a:p>
          <a:p>
            <a:r>
              <a:rPr lang="en-IN" sz="2100" dirty="0"/>
              <a:t>SQL Injection </a:t>
            </a:r>
          </a:p>
          <a:p>
            <a:r>
              <a:rPr lang="en-IN" sz="2100" dirty="0"/>
              <a:t>Cross Site Scripting exploitation </a:t>
            </a:r>
          </a:p>
          <a:p>
            <a:r>
              <a:rPr lang="en-IN" sz="2100" dirty="0"/>
              <a:t>Brute-force attacks </a:t>
            </a:r>
          </a:p>
          <a:p>
            <a:r>
              <a:rPr lang="en-IN" sz="2100" dirty="0"/>
              <a:t>Active penetration testing </a:t>
            </a:r>
          </a:p>
          <a:p>
            <a:r>
              <a:rPr lang="en-IN" sz="2100" dirty="0"/>
              <a:t>Denial of Service testing</a:t>
            </a:r>
          </a:p>
          <a:p>
            <a:r>
              <a:rPr lang="en-IN" sz="2100" b="1" dirty="0"/>
              <a:t>Methodology</a:t>
            </a:r>
          </a:p>
          <a:p>
            <a:r>
              <a:rPr lang="en-IN" sz="2100" dirty="0"/>
              <a:t>The following methodology was used:</a:t>
            </a:r>
          </a:p>
          <a:p>
            <a:r>
              <a:rPr lang="en-IN" sz="2100" b="1" dirty="0"/>
              <a:t>Phase 1 – Reconnaissance</a:t>
            </a:r>
          </a:p>
          <a:p>
            <a:r>
              <a:rPr lang="en-IN" sz="2100" dirty="0"/>
              <a:t>Collected publicly available information about the web application.</a:t>
            </a:r>
          </a:p>
          <a:p>
            <a:r>
              <a:rPr lang="en-IN" sz="2100" b="1" dirty="0"/>
              <a:t>Phase 2 – Passive Scan</a:t>
            </a:r>
          </a:p>
          <a:p>
            <a:r>
              <a:rPr lang="en-IN" sz="2100" dirty="0"/>
              <a:t>Performed a passive scan using OWASP ZAP.</a:t>
            </a:r>
          </a:p>
          <a:p>
            <a:r>
              <a:rPr lang="en-IN" sz="2100" b="1" dirty="0"/>
              <a:t>Phase 3 – HTTP Header Review</a:t>
            </a:r>
          </a:p>
          <a:p>
            <a:r>
              <a:rPr lang="en-IN" sz="2100" dirty="0"/>
              <a:t>Reviewed response headers and browser security headers.</a:t>
            </a:r>
          </a:p>
          <a:p>
            <a:r>
              <a:rPr lang="en-IN" sz="2100" b="1" dirty="0"/>
              <a:t>Phase 4 – Risk Classification</a:t>
            </a:r>
          </a:p>
          <a:p>
            <a:r>
              <a:rPr lang="en-IN" sz="2100" dirty="0"/>
              <a:t>Classified each finding according to its business impact.</a:t>
            </a:r>
          </a:p>
          <a:p>
            <a:endParaRPr lang="en-IN" sz="2100" dirty="0"/>
          </a:p>
          <a:p>
            <a:endParaRPr lang="en-IN" dirty="0"/>
          </a:p>
        </p:txBody>
      </p:sp>
    </p:spTree>
    <p:extLst>
      <p:ext uri="{BB962C8B-B14F-4D97-AF65-F5344CB8AC3E}">
        <p14:creationId xmlns:p14="http://schemas.microsoft.com/office/powerpoint/2010/main" val="32022110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914AAC72-3EBD-5506-15EC-E3382624D7E7}"/>
              </a:ext>
            </a:extLst>
          </p:cNvPr>
          <p:cNvSpPr txBox="1"/>
          <p:nvPr/>
        </p:nvSpPr>
        <p:spPr>
          <a:xfrm>
            <a:off x="1331495" y="1034534"/>
            <a:ext cx="6096000" cy="369332"/>
          </a:xfrm>
          <a:prstGeom prst="rect">
            <a:avLst/>
          </a:prstGeom>
          <a:noFill/>
        </p:spPr>
        <p:txBody>
          <a:bodyPr wrap="square">
            <a:spAutoFit/>
          </a:bodyPr>
          <a:lstStyle/>
          <a:p>
            <a:r>
              <a:rPr lang="en-IN" b="1" dirty="0"/>
              <a:t>Tools Used</a:t>
            </a:r>
          </a:p>
        </p:txBody>
      </p:sp>
      <p:graphicFrame>
        <p:nvGraphicFramePr>
          <p:cNvPr id="6" name="Table 5">
            <a:extLst>
              <a:ext uri="{FF2B5EF4-FFF2-40B4-BE49-F238E27FC236}">
                <a16:creationId xmlns:a16="http://schemas.microsoft.com/office/drawing/2014/main" id="{1FA3644B-8DC2-A2EB-98F9-06A66E85B0BD}"/>
              </a:ext>
            </a:extLst>
          </p:cNvPr>
          <p:cNvGraphicFramePr>
            <a:graphicFrameLocks noGrp="1"/>
          </p:cNvGraphicFramePr>
          <p:nvPr>
            <p:extLst>
              <p:ext uri="{D42A27DB-BD31-4B8C-83A1-F6EECF244321}">
                <p14:modId xmlns:p14="http://schemas.microsoft.com/office/powerpoint/2010/main" val="12337462"/>
              </p:ext>
            </p:extLst>
          </p:nvPr>
        </p:nvGraphicFramePr>
        <p:xfrm>
          <a:off x="1684421" y="1600200"/>
          <a:ext cx="6701589" cy="1828800"/>
        </p:xfrm>
        <a:graphic>
          <a:graphicData uri="http://schemas.openxmlformats.org/drawingml/2006/table">
            <a:tbl>
              <a:tblPr/>
              <a:tblGrid>
                <a:gridCol w="2430668">
                  <a:extLst>
                    <a:ext uri="{9D8B030D-6E8A-4147-A177-3AD203B41FA5}">
                      <a16:colId xmlns:a16="http://schemas.microsoft.com/office/drawing/2014/main" val="3983900736"/>
                    </a:ext>
                  </a:extLst>
                </a:gridCol>
                <a:gridCol w="4270921">
                  <a:extLst>
                    <a:ext uri="{9D8B030D-6E8A-4147-A177-3AD203B41FA5}">
                      <a16:colId xmlns:a16="http://schemas.microsoft.com/office/drawing/2014/main" val="341960487"/>
                    </a:ext>
                  </a:extLst>
                </a:gridCol>
              </a:tblGrid>
              <a:tr h="0">
                <a:tc>
                  <a:txBody>
                    <a:bodyPr/>
                    <a:lstStyle/>
                    <a:p>
                      <a:pPr>
                        <a:buNone/>
                      </a:pPr>
                      <a:r>
                        <a:rPr lang="en-IN"/>
                        <a:t>Tool</a:t>
                      </a:r>
                    </a:p>
                  </a:txBody>
                  <a:tcPr anchor="ctr">
                    <a:lnL>
                      <a:noFill/>
                    </a:lnL>
                    <a:lnR>
                      <a:noFill/>
                    </a:lnR>
                    <a:lnT>
                      <a:noFill/>
                    </a:lnT>
                    <a:lnB>
                      <a:noFill/>
                    </a:lnB>
                    <a:noFill/>
                  </a:tcPr>
                </a:tc>
                <a:tc>
                  <a:txBody>
                    <a:bodyPr/>
                    <a:lstStyle/>
                    <a:p>
                      <a:pPr>
                        <a:buNone/>
                      </a:pPr>
                      <a:r>
                        <a:rPr lang="en-IN"/>
                        <a:t>Purpose</a:t>
                      </a:r>
                    </a:p>
                  </a:txBody>
                  <a:tcPr anchor="ctr">
                    <a:lnL>
                      <a:noFill/>
                    </a:lnL>
                    <a:lnR>
                      <a:noFill/>
                    </a:lnR>
                    <a:lnT>
                      <a:noFill/>
                    </a:lnT>
                    <a:lnB>
                      <a:noFill/>
                    </a:lnB>
                    <a:noFill/>
                  </a:tcPr>
                </a:tc>
                <a:extLst>
                  <a:ext uri="{0D108BD9-81ED-4DB2-BD59-A6C34878D82A}">
                    <a16:rowId xmlns:a16="http://schemas.microsoft.com/office/drawing/2014/main" val="3984615737"/>
                  </a:ext>
                </a:extLst>
              </a:tr>
              <a:tr h="0">
                <a:tc>
                  <a:txBody>
                    <a:bodyPr/>
                    <a:lstStyle/>
                    <a:p>
                      <a:pPr>
                        <a:buNone/>
                      </a:pPr>
                      <a:r>
                        <a:rPr lang="en-IN"/>
                        <a:t>Nmap</a:t>
                      </a:r>
                    </a:p>
                  </a:txBody>
                  <a:tcPr anchor="ctr">
                    <a:lnL>
                      <a:noFill/>
                    </a:lnL>
                    <a:lnR>
                      <a:noFill/>
                    </a:lnR>
                    <a:lnT>
                      <a:noFill/>
                    </a:lnT>
                    <a:lnB>
                      <a:noFill/>
                    </a:lnB>
                    <a:noFill/>
                  </a:tcPr>
                </a:tc>
                <a:tc>
                  <a:txBody>
                    <a:bodyPr/>
                    <a:lstStyle/>
                    <a:p>
                      <a:pPr>
                        <a:buNone/>
                      </a:pPr>
                      <a:r>
                        <a:rPr lang="en-IN"/>
                        <a:t>Port and service identification</a:t>
                      </a:r>
                    </a:p>
                  </a:txBody>
                  <a:tcPr anchor="ctr">
                    <a:lnL>
                      <a:noFill/>
                    </a:lnL>
                    <a:lnR>
                      <a:noFill/>
                    </a:lnR>
                    <a:lnT>
                      <a:noFill/>
                    </a:lnT>
                    <a:lnB>
                      <a:noFill/>
                    </a:lnB>
                    <a:noFill/>
                  </a:tcPr>
                </a:tc>
                <a:extLst>
                  <a:ext uri="{0D108BD9-81ED-4DB2-BD59-A6C34878D82A}">
                    <a16:rowId xmlns:a16="http://schemas.microsoft.com/office/drawing/2014/main" val="2616349512"/>
                  </a:ext>
                </a:extLst>
              </a:tr>
              <a:tr h="0">
                <a:tc>
                  <a:txBody>
                    <a:bodyPr/>
                    <a:lstStyle/>
                    <a:p>
                      <a:pPr>
                        <a:buNone/>
                      </a:pPr>
                      <a:r>
                        <a:rPr lang="en-IN"/>
                        <a:t>OWASP ZAP</a:t>
                      </a:r>
                    </a:p>
                  </a:txBody>
                  <a:tcPr anchor="ctr">
                    <a:lnL>
                      <a:noFill/>
                    </a:lnL>
                    <a:lnR>
                      <a:noFill/>
                    </a:lnR>
                    <a:lnT>
                      <a:noFill/>
                    </a:lnT>
                    <a:lnB>
                      <a:noFill/>
                    </a:lnB>
                    <a:noFill/>
                  </a:tcPr>
                </a:tc>
                <a:tc>
                  <a:txBody>
                    <a:bodyPr/>
                    <a:lstStyle/>
                    <a:p>
                      <a:pPr>
                        <a:buNone/>
                      </a:pPr>
                      <a:r>
                        <a:rPr lang="en-IN"/>
                        <a:t>Passive vulnerability scanning</a:t>
                      </a:r>
                    </a:p>
                  </a:txBody>
                  <a:tcPr anchor="ctr">
                    <a:lnL>
                      <a:noFill/>
                    </a:lnL>
                    <a:lnR>
                      <a:noFill/>
                    </a:lnR>
                    <a:lnT>
                      <a:noFill/>
                    </a:lnT>
                    <a:lnB>
                      <a:noFill/>
                    </a:lnB>
                    <a:noFill/>
                  </a:tcPr>
                </a:tc>
                <a:extLst>
                  <a:ext uri="{0D108BD9-81ED-4DB2-BD59-A6C34878D82A}">
                    <a16:rowId xmlns:a16="http://schemas.microsoft.com/office/drawing/2014/main" val="2296870821"/>
                  </a:ext>
                </a:extLst>
              </a:tr>
              <a:tr h="0">
                <a:tc>
                  <a:txBody>
                    <a:bodyPr/>
                    <a:lstStyle/>
                    <a:p>
                      <a:pPr>
                        <a:buNone/>
                      </a:pPr>
                      <a:r>
                        <a:rPr lang="en-IN"/>
                        <a:t>Browser DevTools</a:t>
                      </a:r>
                    </a:p>
                  </a:txBody>
                  <a:tcPr anchor="ctr">
                    <a:lnL>
                      <a:noFill/>
                    </a:lnL>
                    <a:lnR>
                      <a:noFill/>
                    </a:lnR>
                    <a:lnT>
                      <a:noFill/>
                    </a:lnT>
                    <a:lnB>
                      <a:noFill/>
                    </a:lnB>
                    <a:noFill/>
                  </a:tcPr>
                </a:tc>
                <a:tc>
                  <a:txBody>
                    <a:bodyPr/>
                    <a:lstStyle/>
                    <a:p>
                      <a:pPr>
                        <a:buNone/>
                      </a:pPr>
                      <a:r>
                        <a:rPr lang="en-IN"/>
                        <a:t>Header inspection</a:t>
                      </a:r>
                    </a:p>
                  </a:txBody>
                  <a:tcPr anchor="ctr">
                    <a:lnL>
                      <a:noFill/>
                    </a:lnL>
                    <a:lnR>
                      <a:noFill/>
                    </a:lnR>
                    <a:lnT>
                      <a:noFill/>
                    </a:lnT>
                    <a:lnB>
                      <a:noFill/>
                    </a:lnB>
                    <a:noFill/>
                  </a:tcPr>
                </a:tc>
                <a:extLst>
                  <a:ext uri="{0D108BD9-81ED-4DB2-BD59-A6C34878D82A}">
                    <a16:rowId xmlns:a16="http://schemas.microsoft.com/office/drawing/2014/main" val="1873769682"/>
                  </a:ext>
                </a:extLst>
              </a:tr>
              <a:tr h="0">
                <a:tc>
                  <a:txBody>
                    <a:bodyPr/>
                    <a:lstStyle/>
                    <a:p>
                      <a:pPr>
                        <a:buNone/>
                      </a:pPr>
                      <a:r>
                        <a:rPr lang="en-IN" dirty="0"/>
                        <a:t>Kali Linux</a:t>
                      </a:r>
                    </a:p>
                  </a:txBody>
                  <a:tcPr anchor="ctr">
                    <a:lnL>
                      <a:noFill/>
                    </a:lnL>
                    <a:lnR>
                      <a:noFill/>
                    </a:lnR>
                    <a:lnT>
                      <a:noFill/>
                    </a:lnT>
                    <a:lnB>
                      <a:noFill/>
                    </a:lnB>
                    <a:noFill/>
                  </a:tcPr>
                </a:tc>
                <a:tc>
                  <a:txBody>
                    <a:bodyPr/>
                    <a:lstStyle/>
                    <a:p>
                      <a:pPr>
                        <a:buNone/>
                      </a:pPr>
                      <a:r>
                        <a:rPr lang="en-IN" dirty="0"/>
                        <a:t>Security testing environment</a:t>
                      </a:r>
                    </a:p>
                  </a:txBody>
                  <a:tcPr anchor="ctr">
                    <a:lnL>
                      <a:noFill/>
                    </a:lnL>
                    <a:lnR>
                      <a:noFill/>
                    </a:lnR>
                    <a:lnT>
                      <a:noFill/>
                    </a:lnT>
                    <a:lnB>
                      <a:noFill/>
                    </a:lnB>
                    <a:noFill/>
                  </a:tcPr>
                </a:tc>
                <a:extLst>
                  <a:ext uri="{0D108BD9-81ED-4DB2-BD59-A6C34878D82A}">
                    <a16:rowId xmlns:a16="http://schemas.microsoft.com/office/drawing/2014/main" val="3999811150"/>
                  </a:ext>
                </a:extLst>
              </a:tr>
            </a:tbl>
          </a:graphicData>
        </a:graphic>
      </p:graphicFrame>
    </p:spTree>
    <p:extLst>
      <p:ext uri="{BB962C8B-B14F-4D97-AF65-F5344CB8AC3E}">
        <p14:creationId xmlns:p14="http://schemas.microsoft.com/office/powerpoint/2010/main" val="168293900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98240-66A0-11FC-7F98-0851E4FA3A9C}"/>
              </a:ext>
            </a:extLst>
          </p:cNvPr>
          <p:cNvSpPr>
            <a:spLocks noGrp="1"/>
          </p:cNvSpPr>
          <p:nvPr>
            <p:ph type="title"/>
          </p:nvPr>
        </p:nvSpPr>
        <p:spPr>
          <a:xfrm>
            <a:off x="251111" y="-221189"/>
            <a:ext cx="10515600" cy="1325563"/>
          </a:xfrm>
        </p:spPr>
        <p:txBody>
          <a:bodyPr/>
          <a:lstStyle/>
          <a:p>
            <a:r>
              <a:rPr lang="en-IN" dirty="0"/>
              <a:t>Finding 1</a:t>
            </a:r>
          </a:p>
        </p:txBody>
      </p:sp>
      <p:sp>
        <p:nvSpPr>
          <p:cNvPr id="3" name="Content Placeholder 2">
            <a:extLst>
              <a:ext uri="{FF2B5EF4-FFF2-40B4-BE49-F238E27FC236}">
                <a16:creationId xmlns:a16="http://schemas.microsoft.com/office/drawing/2014/main" id="{11AAC905-52BE-3332-3B61-052FEBD58B88}"/>
              </a:ext>
            </a:extLst>
          </p:cNvPr>
          <p:cNvSpPr>
            <a:spLocks/>
          </p:cNvSpPr>
          <p:nvPr>
            <p:ph idx="1"/>
          </p:nvPr>
        </p:nvSpPr>
        <p:spPr>
          <a:xfrm>
            <a:off x="251111" y="735407"/>
            <a:ext cx="11318999" cy="6660003"/>
          </a:xfrm>
        </p:spPr>
        <p:txBody>
          <a:bodyPr>
            <a:normAutofit fontScale="32500" lnSpcReduction="20000"/>
          </a:bodyPr>
          <a:lstStyle/>
          <a:p>
            <a:r>
              <a:rPr lang="en-IN" sz="5500" dirty="0"/>
              <a:t>Server Version Information Disclosure</a:t>
            </a:r>
          </a:p>
          <a:p>
            <a:r>
              <a:rPr lang="en-IN" sz="5500" dirty="0"/>
              <a:t>Risk Level</a:t>
            </a:r>
          </a:p>
          <a:p>
            <a:r>
              <a:rPr lang="en-IN" sz="5500" dirty="0"/>
              <a:t>Low</a:t>
            </a:r>
          </a:p>
          <a:p>
            <a:r>
              <a:rPr lang="en-IN" sz="5500" dirty="0"/>
              <a:t>Evidence</a:t>
            </a:r>
          </a:p>
          <a:p>
            <a:r>
              <a:rPr lang="en-IN" sz="5500" dirty="0"/>
              <a:t>OWASP ZAP detected:</a:t>
            </a:r>
          </a:p>
          <a:p>
            <a:r>
              <a:rPr lang="en-IN" sz="5500" dirty="0"/>
              <a:t>Server:</a:t>
            </a:r>
            <a:br>
              <a:rPr lang="en-IN" sz="5500" dirty="0"/>
            </a:br>
            <a:r>
              <a:rPr lang="en-IN" sz="5500" dirty="0"/>
              <a:t>Apache/2.4.37 (Rocky Linux)</a:t>
            </a:r>
          </a:p>
          <a:p>
            <a:pPr marL="0" indent="0">
              <a:buNone/>
            </a:pPr>
            <a:r>
              <a:rPr lang="en-IN" sz="5500" b="1" dirty="0"/>
              <a:t>Description</a:t>
            </a:r>
          </a:p>
          <a:p>
            <a:r>
              <a:rPr lang="en-IN" sz="5500" dirty="0"/>
              <a:t>The web server exposes its exact software version in the HTTP response header.</a:t>
            </a:r>
          </a:p>
          <a:p>
            <a:r>
              <a:rPr lang="en-IN" sz="5500" dirty="0"/>
              <a:t>An attacker can identify the server technology and search for known vulnerabilities affecting that version.</a:t>
            </a:r>
          </a:p>
          <a:p>
            <a:pPr marL="0" indent="0">
              <a:buNone/>
            </a:pPr>
            <a:r>
              <a:rPr lang="en-IN" sz="5500" b="1" dirty="0"/>
              <a:t>Server Version Information Disclosure</a:t>
            </a:r>
          </a:p>
          <a:p>
            <a:r>
              <a:rPr lang="en-IN" sz="5500" b="1" dirty="0"/>
              <a:t>Risk Level</a:t>
            </a:r>
          </a:p>
          <a:p>
            <a:r>
              <a:rPr lang="en-IN" sz="5500" b="1" dirty="0"/>
              <a:t>Low</a:t>
            </a:r>
            <a:endParaRPr lang="en-IN" sz="5500" dirty="0"/>
          </a:p>
          <a:p>
            <a:r>
              <a:rPr lang="en-IN" sz="5500" b="1" dirty="0"/>
              <a:t>Evidence</a:t>
            </a:r>
          </a:p>
          <a:p>
            <a:r>
              <a:rPr lang="en-IN" sz="5500" dirty="0"/>
              <a:t>OWASP ZAP detected:</a:t>
            </a:r>
          </a:p>
          <a:p>
            <a:r>
              <a:rPr lang="en-IN" sz="5500" dirty="0"/>
              <a:t>Server:</a:t>
            </a:r>
            <a:br>
              <a:rPr lang="en-IN" sz="5500" dirty="0"/>
            </a:br>
            <a:r>
              <a:rPr lang="en-IN" sz="5500" dirty="0"/>
              <a:t>Apache/2.4.37 (Rocky Linux)</a:t>
            </a:r>
          </a:p>
          <a:p>
            <a:pPr marL="0" indent="0">
              <a:buNone/>
            </a:pPr>
            <a:r>
              <a:rPr lang="en-IN" sz="5500" b="1" dirty="0"/>
              <a:t>Description</a:t>
            </a:r>
          </a:p>
          <a:p>
            <a:r>
              <a:rPr lang="en-IN" sz="5500" dirty="0"/>
              <a:t>The web server exposes its exact software version in the HTTP response header.</a:t>
            </a:r>
          </a:p>
          <a:p>
            <a:r>
              <a:rPr lang="en-IN" sz="5500" dirty="0"/>
              <a:t>An attacker can identify the server technology and search for known vulnerabilities affecting that version.</a:t>
            </a:r>
          </a:p>
          <a:p>
            <a:endParaRPr lang="en-IN" sz="5500" dirty="0"/>
          </a:p>
          <a:p>
            <a:pPr marL="0" indent="0">
              <a:buNone/>
            </a:pPr>
            <a:endParaRPr lang="en-IN" sz="5500" dirty="0"/>
          </a:p>
          <a:p>
            <a:endParaRPr lang="en-IN" dirty="0"/>
          </a:p>
        </p:txBody>
      </p:sp>
    </p:spTree>
    <p:extLst>
      <p:ext uri="{BB962C8B-B14F-4D97-AF65-F5344CB8AC3E}">
        <p14:creationId xmlns:p14="http://schemas.microsoft.com/office/powerpoint/2010/main" val="1732021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E20059-B83D-3DF0-3AEF-2D92427ED379}"/>
              </a:ext>
            </a:extLst>
          </p:cNvPr>
          <p:cNvSpPr>
            <a:spLocks noGrp="1"/>
          </p:cNvSpPr>
          <p:nvPr>
            <p:ph type="title"/>
          </p:nvPr>
        </p:nvSpPr>
        <p:spPr>
          <a:xfrm>
            <a:off x="385011" y="0"/>
            <a:ext cx="10515600" cy="1325563"/>
          </a:xfrm>
        </p:spPr>
        <p:txBody>
          <a:bodyPr/>
          <a:lstStyle/>
          <a:p>
            <a:r>
              <a:rPr lang="en-IN" dirty="0"/>
              <a:t>Finding 2</a:t>
            </a:r>
          </a:p>
        </p:txBody>
      </p:sp>
      <p:sp>
        <p:nvSpPr>
          <p:cNvPr id="3" name="Content Placeholder 2">
            <a:extLst>
              <a:ext uri="{FF2B5EF4-FFF2-40B4-BE49-F238E27FC236}">
                <a16:creationId xmlns:a16="http://schemas.microsoft.com/office/drawing/2014/main" id="{9CF33978-42DA-EC30-3EFE-0270C86CCF31}"/>
              </a:ext>
            </a:extLst>
          </p:cNvPr>
          <p:cNvSpPr>
            <a:spLocks noGrp="1"/>
          </p:cNvSpPr>
          <p:nvPr>
            <p:ph idx="1"/>
          </p:nvPr>
        </p:nvSpPr>
        <p:spPr>
          <a:xfrm>
            <a:off x="385011" y="1175272"/>
            <a:ext cx="11113168" cy="4840129"/>
          </a:xfrm>
        </p:spPr>
        <p:txBody>
          <a:bodyPr>
            <a:noAutofit/>
          </a:bodyPr>
          <a:lstStyle/>
          <a:p>
            <a:pPr marL="0" indent="0">
              <a:buNone/>
            </a:pPr>
            <a:r>
              <a:rPr lang="en-IN" sz="1800" b="1" dirty="0"/>
              <a:t>Apache HTTP Server Technology Detected</a:t>
            </a:r>
          </a:p>
          <a:p>
            <a:r>
              <a:rPr lang="en-IN" sz="1800" dirty="0"/>
              <a:t>Risk Level</a:t>
            </a:r>
          </a:p>
          <a:p>
            <a:r>
              <a:rPr lang="en-IN" sz="1800" dirty="0"/>
              <a:t>Informational</a:t>
            </a:r>
          </a:p>
          <a:p>
            <a:r>
              <a:rPr lang="en-IN" sz="1800" dirty="0"/>
              <a:t>Evidence</a:t>
            </a:r>
          </a:p>
          <a:p>
            <a:r>
              <a:rPr lang="en-IN" sz="1800" dirty="0"/>
              <a:t>OWASP ZAP identified:</a:t>
            </a:r>
          </a:p>
          <a:p>
            <a:r>
              <a:rPr lang="en-IN" sz="1800" dirty="0"/>
              <a:t>Apache HTTP Server</a:t>
            </a:r>
            <a:br>
              <a:rPr lang="en-IN" sz="1800" dirty="0"/>
            </a:br>
            <a:r>
              <a:rPr lang="en-IN" sz="1800" dirty="0"/>
              <a:t>Version:</a:t>
            </a:r>
            <a:br>
              <a:rPr lang="en-IN" sz="1800" dirty="0"/>
            </a:br>
            <a:r>
              <a:rPr lang="en-IN" sz="1800" dirty="0"/>
              <a:t>Apache/2.4.37</a:t>
            </a:r>
          </a:p>
          <a:p>
            <a:r>
              <a:rPr lang="en-IN" sz="1800" b="1" dirty="0"/>
              <a:t>Description</a:t>
            </a:r>
          </a:p>
          <a:p>
            <a:r>
              <a:rPr lang="en-IN" sz="1800" dirty="0"/>
              <a:t>The web application uses Apache HTTP Server.</a:t>
            </a:r>
          </a:p>
          <a:p>
            <a:r>
              <a:rPr lang="en-IN" sz="1800" dirty="0"/>
              <a:t>Technology detection itself is not a vulnerability but helps attackers understand the application's technology stack.</a:t>
            </a:r>
          </a:p>
          <a:p>
            <a:r>
              <a:rPr lang="en-IN" sz="1800" b="1" dirty="0"/>
              <a:t>Recommendation</a:t>
            </a:r>
          </a:p>
          <a:p>
            <a:r>
              <a:rPr lang="en-IN" sz="1800" dirty="0"/>
              <a:t>No immediate action is required.</a:t>
            </a:r>
          </a:p>
          <a:p>
            <a:r>
              <a:rPr lang="en-IN" sz="1800" dirty="0"/>
              <a:t>Ensure the Apache server is regularly updated with security patches.</a:t>
            </a:r>
          </a:p>
          <a:p>
            <a:endParaRPr lang="en-IN" sz="1800" dirty="0"/>
          </a:p>
        </p:txBody>
      </p:sp>
    </p:spTree>
    <p:extLst>
      <p:ext uri="{BB962C8B-B14F-4D97-AF65-F5344CB8AC3E}">
        <p14:creationId xmlns:p14="http://schemas.microsoft.com/office/powerpoint/2010/main" val="5580616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F71126-4940-3569-5759-E74951590871}"/>
              </a:ext>
            </a:extLst>
          </p:cNvPr>
          <p:cNvSpPr>
            <a:spLocks noGrp="1"/>
          </p:cNvSpPr>
          <p:nvPr>
            <p:ph type="title"/>
          </p:nvPr>
        </p:nvSpPr>
        <p:spPr>
          <a:xfrm>
            <a:off x="533400" y="-248653"/>
            <a:ext cx="10515600" cy="1325563"/>
          </a:xfrm>
        </p:spPr>
        <p:txBody>
          <a:bodyPr/>
          <a:lstStyle/>
          <a:p>
            <a:r>
              <a:rPr lang="en-IN" dirty="0"/>
              <a:t>Finding 3</a:t>
            </a:r>
          </a:p>
        </p:txBody>
      </p:sp>
      <p:sp>
        <p:nvSpPr>
          <p:cNvPr id="3" name="Content Placeholder 2">
            <a:extLst>
              <a:ext uri="{FF2B5EF4-FFF2-40B4-BE49-F238E27FC236}">
                <a16:creationId xmlns:a16="http://schemas.microsoft.com/office/drawing/2014/main" id="{2B1EE8DA-950E-5C09-EB94-EAB27A813AAA}"/>
              </a:ext>
            </a:extLst>
          </p:cNvPr>
          <p:cNvSpPr>
            <a:spLocks noGrp="1"/>
          </p:cNvSpPr>
          <p:nvPr>
            <p:ph idx="1"/>
          </p:nvPr>
        </p:nvSpPr>
        <p:spPr>
          <a:xfrm>
            <a:off x="533400" y="822158"/>
            <a:ext cx="10515600" cy="5213684"/>
          </a:xfrm>
        </p:spPr>
        <p:txBody>
          <a:bodyPr>
            <a:noAutofit/>
          </a:bodyPr>
          <a:lstStyle/>
          <a:p>
            <a:r>
              <a:rPr lang="en-IN" sz="1800" b="1" dirty="0"/>
              <a:t>Non-Cacheable Content Not Configured</a:t>
            </a:r>
          </a:p>
          <a:p>
            <a:r>
              <a:rPr lang="en-IN" sz="1800" b="1" dirty="0"/>
              <a:t>Risk Level</a:t>
            </a:r>
          </a:p>
          <a:p>
            <a:r>
              <a:rPr lang="en-IN" sz="1800" b="1" dirty="0"/>
              <a:t>Informational</a:t>
            </a:r>
            <a:endParaRPr lang="en-IN" sz="1800" dirty="0"/>
          </a:p>
          <a:p>
            <a:r>
              <a:rPr lang="en-IN" sz="1800" b="1" dirty="0"/>
              <a:t>Evidence</a:t>
            </a:r>
          </a:p>
          <a:p>
            <a:r>
              <a:rPr lang="en-IN" sz="1800" dirty="0"/>
              <a:t>OWASP ZAP reported:</a:t>
            </a:r>
          </a:p>
          <a:p>
            <a:r>
              <a:rPr lang="en-IN" sz="1800" dirty="0"/>
              <a:t>Non-Storable Content</a:t>
            </a:r>
          </a:p>
          <a:p>
            <a:r>
              <a:rPr lang="en-IN" sz="1800" b="1" dirty="0"/>
              <a:t>Description</a:t>
            </a:r>
          </a:p>
          <a:p>
            <a:r>
              <a:rPr lang="en-IN" sz="1800" dirty="0"/>
              <a:t>Sensitive pages should prevent browsers and intermediary devices from storing cached copies.</a:t>
            </a:r>
          </a:p>
          <a:p>
            <a:r>
              <a:rPr lang="en-IN" sz="1800" dirty="0"/>
              <a:t>Improper cache settings could allow previously viewed content to remain stored on shared systems.</a:t>
            </a:r>
          </a:p>
          <a:p>
            <a:r>
              <a:rPr lang="en-IN" sz="1800" b="1" dirty="0"/>
              <a:t>Business Impact</a:t>
            </a:r>
          </a:p>
          <a:p>
            <a:r>
              <a:rPr lang="en-IN" sz="1800" dirty="0"/>
              <a:t>Potential exposure of sensitive information on shared computers.</a:t>
            </a:r>
          </a:p>
          <a:p>
            <a:r>
              <a:rPr lang="en-IN" sz="1800" b="1" dirty="0"/>
              <a:t>Recommendation</a:t>
            </a:r>
          </a:p>
          <a:p>
            <a:r>
              <a:rPr lang="en-IN" sz="1800" dirty="0"/>
              <a:t>Configure appropriate Cache-Control headers.</a:t>
            </a:r>
          </a:p>
          <a:p>
            <a:r>
              <a:rPr lang="en-IN" sz="1800" dirty="0"/>
              <a:t>Example:</a:t>
            </a:r>
          </a:p>
          <a:p>
            <a:r>
              <a:rPr lang="en-IN" sz="1800" dirty="0"/>
              <a:t>Cache-Control: no-store</a:t>
            </a:r>
            <a:br>
              <a:rPr lang="en-IN" sz="1800" dirty="0"/>
            </a:br>
            <a:r>
              <a:rPr lang="en-IN" sz="1800" dirty="0"/>
              <a:t>Pragma: no-cache</a:t>
            </a:r>
            <a:br>
              <a:rPr lang="en-IN" sz="1800" dirty="0"/>
            </a:br>
            <a:r>
              <a:rPr lang="en-IN" sz="1800" dirty="0"/>
              <a:t>Expires: 0</a:t>
            </a:r>
          </a:p>
          <a:p>
            <a:endParaRPr lang="en-IN" sz="1800" dirty="0"/>
          </a:p>
        </p:txBody>
      </p:sp>
    </p:spTree>
    <p:extLst>
      <p:ext uri="{BB962C8B-B14F-4D97-AF65-F5344CB8AC3E}">
        <p14:creationId xmlns:p14="http://schemas.microsoft.com/office/powerpoint/2010/main" val="14032817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9415B6-876B-4C27-E76F-72A871129110}"/>
              </a:ext>
            </a:extLst>
          </p:cNvPr>
          <p:cNvSpPr>
            <a:spLocks noGrp="1"/>
          </p:cNvSpPr>
          <p:nvPr>
            <p:ph type="title"/>
          </p:nvPr>
        </p:nvSpPr>
        <p:spPr>
          <a:xfrm>
            <a:off x="549442" y="0"/>
            <a:ext cx="10515600" cy="1325563"/>
          </a:xfrm>
        </p:spPr>
        <p:txBody>
          <a:bodyPr/>
          <a:lstStyle/>
          <a:p>
            <a:r>
              <a:rPr lang="en-IN" dirty="0"/>
              <a:t>Finding 4</a:t>
            </a:r>
          </a:p>
        </p:txBody>
      </p:sp>
      <p:sp>
        <p:nvSpPr>
          <p:cNvPr id="3" name="Content Placeholder 2">
            <a:extLst>
              <a:ext uri="{FF2B5EF4-FFF2-40B4-BE49-F238E27FC236}">
                <a16:creationId xmlns:a16="http://schemas.microsoft.com/office/drawing/2014/main" id="{A4DDDE53-6287-7C70-AEEF-C8C40234542F}"/>
              </a:ext>
            </a:extLst>
          </p:cNvPr>
          <p:cNvSpPr>
            <a:spLocks noGrp="1"/>
          </p:cNvSpPr>
          <p:nvPr>
            <p:ph idx="1"/>
          </p:nvPr>
        </p:nvSpPr>
        <p:spPr>
          <a:xfrm>
            <a:off x="549442" y="1151856"/>
            <a:ext cx="10515600" cy="5289049"/>
          </a:xfrm>
        </p:spPr>
        <p:txBody>
          <a:bodyPr>
            <a:normAutofit/>
          </a:bodyPr>
          <a:lstStyle/>
          <a:p>
            <a:pPr marL="0" indent="0">
              <a:buNone/>
            </a:pPr>
            <a:r>
              <a:rPr lang="en-IN" sz="1800" b="1" dirty="0"/>
              <a:t>Missing Sec-Fetch-Dest Header</a:t>
            </a:r>
          </a:p>
          <a:p>
            <a:r>
              <a:rPr lang="en-IN" sz="1800" b="1" dirty="0"/>
              <a:t>Risk Level</a:t>
            </a:r>
          </a:p>
          <a:p>
            <a:r>
              <a:rPr lang="en-IN" sz="1800" b="1" dirty="0"/>
              <a:t>Informational</a:t>
            </a:r>
            <a:endParaRPr lang="en-IN" sz="1800" dirty="0"/>
          </a:p>
          <a:p>
            <a:r>
              <a:rPr lang="en-IN" sz="1800" b="1" dirty="0"/>
              <a:t>Evidence</a:t>
            </a:r>
          </a:p>
          <a:p>
            <a:r>
              <a:rPr lang="en-IN" sz="1800" dirty="0"/>
              <a:t>OWASP ZAP detected:</a:t>
            </a:r>
          </a:p>
          <a:p>
            <a:r>
              <a:rPr lang="en-IN" sz="1800" dirty="0"/>
              <a:t>Sec-Fetch-Dest Header is Missing</a:t>
            </a:r>
          </a:p>
          <a:p>
            <a:r>
              <a:rPr lang="en-IN" sz="1800" b="1" dirty="0"/>
              <a:t>Description</a:t>
            </a:r>
          </a:p>
          <a:p>
            <a:r>
              <a:rPr lang="en-IN" sz="1800" dirty="0"/>
              <a:t>The application does not use modern Fetch Metadata headers.</a:t>
            </a:r>
          </a:p>
          <a:p>
            <a:r>
              <a:rPr lang="en-IN" sz="1800" dirty="0"/>
              <a:t>These headers help browsers indicate how requests are initiated.</a:t>
            </a:r>
          </a:p>
          <a:p>
            <a:r>
              <a:rPr lang="en-IN" sz="1800" b="1" dirty="0"/>
              <a:t>Business Impact</a:t>
            </a:r>
          </a:p>
          <a:p>
            <a:r>
              <a:rPr lang="en-IN" sz="1800" dirty="0"/>
              <a:t>Minimal.</a:t>
            </a:r>
          </a:p>
          <a:p>
            <a:r>
              <a:rPr lang="en-IN" sz="1800" dirty="0"/>
              <a:t>Modern browser protections may be slightly reduced.</a:t>
            </a:r>
          </a:p>
          <a:p>
            <a:r>
              <a:rPr lang="en-IN" sz="1800" b="1" dirty="0"/>
              <a:t>Recommendation</a:t>
            </a:r>
          </a:p>
          <a:p>
            <a:r>
              <a:rPr lang="en-IN" sz="1800" dirty="0"/>
              <a:t>Implement Fetch Metadata header validation where appropriate.</a:t>
            </a:r>
          </a:p>
          <a:p>
            <a:endParaRPr lang="en-IN" sz="1800" dirty="0"/>
          </a:p>
        </p:txBody>
      </p:sp>
    </p:spTree>
    <p:extLst>
      <p:ext uri="{BB962C8B-B14F-4D97-AF65-F5344CB8AC3E}">
        <p14:creationId xmlns:p14="http://schemas.microsoft.com/office/powerpoint/2010/main" val="18110986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4C78FD-EFCE-0841-CCC1-3326D8F1DC3E}"/>
              </a:ext>
            </a:extLst>
          </p:cNvPr>
          <p:cNvSpPr>
            <a:spLocks noGrp="1"/>
          </p:cNvSpPr>
          <p:nvPr>
            <p:ph type="title"/>
          </p:nvPr>
        </p:nvSpPr>
        <p:spPr>
          <a:xfrm>
            <a:off x="838200" y="18255"/>
            <a:ext cx="10515600" cy="1325563"/>
          </a:xfrm>
        </p:spPr>
        <p:txBody>
          <a:bodyPr/>
          <a:lstStyle/>
          <a:p>
            <a:r>
              <a:rPr lang="en-IN" dirty="0"/>
              <a:t>Finding 5</a:t>
            </a:r>
          </a:p>
        </p:txBody>
      </p:sp>
      <p:sp>
        <p:nvSpPr>
          <p:cNvPr id="3" name="Content Placeholder 2">
            <a:extLst>
              <a:ext uri="{FF2B5EF4-FFF2-40B4-BE49-F238E27FC236}">
                <a16:creationId xmlns:a16="http://schemas.microsoft.com/office/drawing/2014/main" id="{F6B13545-D701-6435-F1C0-E39B0781A84A}"/>
              </a:ext>
            </a:extLst>
          </p:cNvPr>
          <p:cNvSpPr>
            <a:spLocks noGrp="1"/>
          </p:cNvSpPr>
          <p:nvPr>
            <p:ph idx="1"/>
          </p:nvPr>
        </p:nvSpPr>
        <p:spPr>
          <a:xfrm>
            <a:off x="838200" y="1343818"/>
            <a:ext cx="10515600" cy="4351338"/>
          </a:xfrm>
        </p:spPr>
        <p:txBody>
          <a:bodyPr>
            <a:normAutofit lnSpcReduction="10000"/>
          </a:bodyPr>
          <a:lstStyle/>
          <a:p>
            <a:pPr marL="0" indent="0">
              <a:buNone/>
            </a:pPr>
            <a:r>
              <a:rPr lang="en-IN" sz="2100" b="1" dirty="0"/>
              <a:t>Missing Sec-Fetch-Mode Header</a:t>
            </a:r>
          </a:p>
          <a:p>
            <a:r>
              <a:rPr lang="en-IN" sz="2100" b="1" dirty="0"/>
              <a:t>Risk Level</a:t>
            </a:r>
          </a:p>
          <a:p>
            <a:r>
              <a:rPr lang="en-IN" sz="2100" b="1" dirty="0"/>
              <a:t>Informational</a:t>
            </a:r>
            <a:endParaRPr lang="en-IN" sz="2100" dirty="0"/>
          </a:p>
          <a:p>
            <a:r>
              <a:rPr lang="en-IN" sz="2100" b="1" dirty="0"/>
              <a:t>Evidence</a:t>
            </a:r>
          </a:p>
          <a:p>
            <a:r>
              <a:rPr lang="en-IN" sz="2100" dirty="0"/>
              <a:t>OWASP ZAP reported:</a:t>
            </a:r>
          </a:p>
          <a:p>
            <a:r>
              <a:rPr lang="en-IN" sz="2100" dirty="0"/>
              <a:t>Sec-Fetch-Mode Header is Missing</a:t>
            </a:r>
          </a:p>
          <a:p>
            <a:r>
              <a:rPr lang="en-IN" sz="2100" b="1" dirty="0"/>
              <a:t>Description</a:t>
            </a:r>
          </a:p>
          <a:p>
            <a:r>
              <a:rPr lang="en-IN" sz="2100" dirty="0"/>
              <a:t>The browser request does not include the Fetch Mode header.</a:t>
            </a:r>
          </a:p>
          <a:p>
            <a:r>
              <a:rPr lang="en-IN" sz="2100" dirty="0"/>
              <a:t>This limits server-side validation of request context.</a:t>
            </a:r>
          </a:p>
          <a:p>
            <a:r>
              <a:rPr lang="en-IN" sz="2100" b="1" dirty="0"/>
              <a:t>Recommendation</a:t>
            </a:r>
          </a:p>
          <a:p>
            <a:r>
              <a:rPr lang="en-IN" sz="2100" dirty="0"/>
              <a:t>Support Fetch Metadata request validation.</a:t>
            </a:r>
          </a:p>
          <a:p>
            <a:endParaRPr lang="en-IN" b="1" dirty="0"/>
          </a:p>
        </p:txBody>
      </p:sp>
    </p:spTree>
    <p:extLst>
      <p:ext uri="{BB962C8B-B14F-4D97-AF65-F5344CB8AC3E}">
        <p14:creationId xmlns:p14="http://schemas.microsoft.com/office/powerpoint/2010/main" val="19408187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F22D35-895A-5FD1-4002-46E2EAC04EB7}"/>
              </a:ext>
            </a:extLst>
          </p:cNvPr>
          <p:cNvSpPr>
            <a:spLocks noGrp="1"/>
          </p:cNvSpPr>
          <p:nvPr>
            <p:ph type="title"/>
          </p:nvPr>
        </p:nvSpPr>
        <p:spPr/>
        <p:txBody>
          <a:bodyPr/>
          <a:lstStyle/>
          <a:p>
            <a:r>
              <a:rPr lang="en-IN" dirty="0"/>
              <a:t>Finding 6</a:t>
            </a:r>
          </a:p>
        </p:txBody>
      </p:sp>
      <p:sp>
        <p:nvSpPr>
          <p:cNvPr id="3" name="Content Placeholder 2">
            <a:extLst>
              <a:ext uri="{FF2B5EF4-FFF2-40B4-BE49-F238E27FC236}">
                <a16:creationId xmlns:a16="http://schemas.microsoft.com/office/drawing/2014/main" id="{A2A1E054-FB99-B601-C29D-A286CF0D25F4}"/>
              </a:ext>
            </a:extLst>
          </p:cNvPr>
          <p:cNvSpPr>
            <a:spLocks noGrp="1"/>
          </p:cNvSpPr>
          <p:nvPr>
            <p:ph idx="1"/>
          </p:nvPr>
        </p:nvSpPr>
        <p:spPr/>
        <p:txBody>
          <a:bodyPr>
            <a:normAutofit fontScale="92500" lnSpcReduction="10000"/>
          </a:bodyPr>
          <a:lstStyle/>
          <a:p>
            <a:pPr marL="0" indent="0">
              <a:buNone/>
            </a:pPr>
            <a:r>
              <a:rPr lang="en-IN" sz="2100" b="1" dirty="0"/>
              <a:t>Missing Sec-Fetch-Site Header</a:t>
            </a:r>
          </a:p>
          <a:p>
            <a:r>
              <a:rPr lang="en-IN" sz="2100" b="1" dirty="0"/>
              <a:t>Risk Level</a:t>
            </a:r>
          </a:p>
          <a:p>
            <a:r>
              <a:rPr lang="en-IN" sz="2100" b="1" dirty="0"/>
              <a:t>Informational</a:t>
            </a:r>
            <a:endParaRPr lang="en-IN" sz="2100" dirty="0"/>
          </a:p>
          <a:p>
            <a:r>
              <a:rPr lang="en-IN" sz="2100" b="1" dirty="0"/>
              <a:t>Evidence</a:t>
            </a:r>
          </a:p>
          <a:p>
            <a:r>
              <a:rPr lang="en-IN" sz="2100" dirty="0"/>
              <a:t>OWASP ZAP detected:</a:t>
            </a:r>
          </a:p>
          <a:p>
            <a:r>
              <a:rPr lang="en-IN" sz="2100" dirty="0"/>
              <a:t>Sec-Fetch-Site Header Missing</a:t>
            </a:r>
          </a:p>
          <a:p>
            <a:r>
              <a:rPr lang="en-IN" sz="2100" b="1" dirty="0"/>
              <a:t>Description</a:t>
            </a:r>
          </a:p>
          <a:p>
            <a:r>
              <a:rPr lang="en-IN" sz="2100" dirty="0"/>
              <a:t>The application does not validate the origin relationship of incoming requests.</a:t>
            </a:r>
          </a:p>
          <a:p>
            <a:r>
              <a:rPr lang="en-IN" sz="2100" b="1" dirty="0"/>
              <a:t>Business Impact</a:t>
            </a:r>
          </a:p>
          <a:p>
            <a:r>
              <a:rPr lang="en-IN" sz="2100" dirty="0"/>
              <a:t>Very Low.</a:t>
            </a:r>
          </a:p>
          <a:p>
            <a:r>
              <a:rPr lang="en-IN" sz="2100" b="1" dirty="0"/>
              <a:t>Recommendation</a:t>
            </a:r>
          </a:p>
          <a:p>
            <a:r>
              <a:rPr lang="en-IN" sz="2100" dirty="0"/>
              <a:t>Enable Fetch Metadata validation.</a:t>
            </a:r>
          </a:p>
          <a:p>
            <a:endParaRPr lang="en-IN" dirty="0"/>
          </a:p>
        </p:txBody>
      </p:sp>
    </p:spTree>
    <p:extLst>
      <p:ext uri="{BB962C8B-B14F-4D97-AF65-F5344CB8AC3E}">
        <p14:creationId xmlns:p14="http://schemas.microsoft.com/office/powerpoint/2010/main" val="1899705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5539D-DE12-15B0-C081-9FD8CB03A662}"/>
              </a:ext>
            </a:extLst>
          </p:cNvPr>
          <p:cNvSpPr>
            <a:spLocks noGrp="1"/>
          </p:cNvSpPr>
          <p:nvPr>
            <p:ph type="title"/>
          </p:nvPr>
        </p:nvSpPr>
        <p:spPr/>
        <p:txBody>
          <a:bodyPr/>
          <a:lstStyle/>
          <a:p>
            <a:r>
              <a:rPr lang="en-IN" dirty="0"/>
              <a:t>Finding 7</a:t>
            </a:r>
          </a:p>
        </p:txBody>
      </p:sp>
      <p:sp>
        <p:nvSpPr>
          <p:cNvPr id="3" name="Content Placeholder 2">
            <a:extLst>
              <a:ext uri="{FF2B5EF4-FFF2-40B4-BE49-F238E27FC236}">
                <a16:creationId xmlns:a16="http://schemas.microsoft.com/office/drawing/2014/main" id="{FA45DBFB-6539-C614-A2CE-813B9D54C688}"/>
              </a:ext>
            </a:extLst>
          </p:cNvPr>
          <p:cNvSpPr>
            <a:spLocks noGrp="1"/>
          </p:cNvSpPr>
          <p:nvPr>
            <p:ph idx="1"/>
          </p:nvPr>
        </p:nvSpPr>
        <p:spPr>
          <a:xfrm>
            <a:off x="838200" y="1825624"/>
            <a:ext cx="10515600" cy="5232901"/>
          </a:xfrm>
        </p:spPr>
        <p:txBody>
          <a:bodyPr>
            <a:normAutofit/>
          </a:bodyPr>
          <a:lstStyle/>
          <a:p>
            <a:pPr marL="0" indent="0">
              <a:buNone/>
            </a:pPr>
            <a:r>
              <a:rPr lang="en-IN" sz="1800" b="1" dirty="0"/>
              <a:t>Missing Sec-Fetch-User Header</a:t>
            </a:r>
          </a:p>
          <a:p>
            <a:r>
              <a:rPr lang="en-IN" sz="1800" b="1" dirty="0"/>
              <a:t>Risk Level</a:t>
            </a:r>
          </a:p>
          <a:p>
            <a:r>
              <a:rPr lang="en-IN" sz="1800" b="1" dirty="0"/>
              <a:t>Informational</a:t>
            </a:r>
            <a:endParaRPr lang="en-IN" sz="1800" dirty="0"/>
          </a:p>
          <a:p>
            <a:r>
              <a:rPr lang="en-IN" sz="1800" b="1" dirty="0"/>
              <a:t>Evidence</a:t>
            </a:r>
          </a:p>
          <a:p>
            <a:r>
              <a:rPr lang="en-IN" sz="1800" dirty="0"/>
              <a:t>OWASP ZAP reported:</a:t>
            </a:r>
          </a:p>
          <a:p>
            <a:r>
              <a:rPr lang="en-IN" sz="1800" dirty="0"/>
              <a:t>Sec-Fetch-User Header Missing</a:t>
            </a:r>
          </a:p>
          <a:p>
            <a:r>
              <a:rPr lang="en-IN" sz="1800" b="1" dirty="0"/>
              <a:t>Description</a:t>
            </a:r>
          </a:p>
          <a:p>
            <a:r>
              <a:rPr lang="en-IN" sz="1800" dirty="0"/>
              <a:t>The server cannot determine whether navigation was initiated directly by the user.</a:t>
            </a:r>
          </a:p>
          <a:p>
            <a:r>
              <a:rPr lang="en-IN" sz="1800" b="1" dirty="0"/>
              <a:t>Recommendation</a:t>
            </a:r>
          </a:p>
          <a:p>
            <a:r>
              <a:rPr lang="en-IN" sz="1800" dirty="0"/>
              <a:t>Consider validating Fetch Metadata headers for sensitive endpoints.</a:t>
            </a:r>
          </a:p>
          <a:p>
            <a:endParaRPr lang="en-IN" dirty="0"/>
          </a:p>
        </p:txBody>
      </p:sp>
    </p:spTree>
    <p:extLst>
      <p:ext uri="{BB962C8B-B14F-4D97-AF65-F5344CB8AC3E}">
        <p14:creationId xmlns:p14="http://schemas.microsoft.com/office/powerpoint/2010/main" val="27455407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54C05-4354-0B0A-7143-1F972EE824EB}"/>
              </a:ext>
            </a:extLst>
          </p:cNvPr>
          <p:cNvSpPr>
            <a:spLocks noGrp="1"/>
          </p:cNvSpPr>
          <p:nvPr>
            <p:ph type="title"/>
          </p:nvPr>
        </p:nvSpPr>
        <p:spPr>
          <a:xfrm>
            <a:off x="838200" y="-180306"/>
            <a:ext cx="10515600" cy="1325563"/>
          </a:xfrm>
        </p:spPr>
        <p:txBody>
          <a:bodyPr/>
          <a:lstStyle/>
          <a:p>
            <a:r>
              <a:rPr lang="en-IN" dirty="0"/>
              <a:t>Risk Summary</a:t>
            </a:r>
          </a:p>
        </p:txBody>
      </p:sp>
      <p:graphicFrame>
        <p:nvGraphicFramePr>
          <p:cNvPr id="4" name="Content Placeholder 3">
            <a:extLst>
              <a:ext uri="{FF2B5EF4-FFF2-40B4-BE49-F238E27FC236}">
                <a16:creationId xmlns:a16="http://schemas.microsoft.com/office/drawing/2014/main" id="{50B40685-C4D1-8E93-5A98-F52D46FEE817}"/>
              </a:ext>
            </a:extLst>
          </p:cNvPr>
          <p:cNvGraphicFramePr>
            <a:graphicFrameLocks noGrp="1"/>
          </p:cNvGraphicFramePr>
          <p:nvPr>
            <p:ph idx="1"/>
            <p:extLst>
              <p:ext uri="{D42A27DB-BD31-4B8C-83A1-F6EECF244321}">
                <p14:modId xmlns:p14="http://schemas.microsoft.com/office/powerpoint/2010/main" val="2042766628"/>
              </p:ext>
            </p:extLst>
          </p:nvPr>
        </p:nvGraphicFramePr>
        <p:xfrm>
          <a:off x="838200" y="901960"/>
          <a:ext cx="7166812" cy="2926080"/>
        </p:xfrm>
        <a:graphic>
          <a:graphicData uri="http://schemas.openxmlformats.org/drawingml/2006/table">
            <a:tbl>
              <a:tblPr/>
              <a:tblGrid>
                <a:gridCol w="3878179">
                  <a:extLst>
                    <a:ext uri="{9D8B030D-6E8A-4147-A177-3AD203B41FA5}">
                      <a16:colId xmlns:a16="http://schemas.microsoft.com/office/drawing/2014/main" val="3838570236"/>
                    </a:ext>
                  </a:extLst>
                </a:gridCol>
                <a:gridCol w="3288633">
                  <a:extLst>
                    <a:ext uri="{9D8B030D-6E8A-4147-A177-3AD203B41FA5}">
                      <a16:colId xmlns:a16="http://schemas.microsoft.com/office/drawing/2014/main" val="197088959"/>
                    </a:ext>
                  </a:extLst>
                </a:gridCol>
              </a:tblGrid>
              <a:tr h="326408">
                <a:tc>
                  <a:txBody>
                    <a:bodyPr/>
                    <a:lstStyle/>
                    <a:p>
                      <a:pPr>
                        <a:buNone/>
                      </a:pPr>
                      <a:r>
                        <a:rPr lang="en-IN" b="1" dirty="0"/>
                        <a:t>Finding</a:t>
                      </a:r>
                    </a:p>
                  </a:txBody>
                  <a:tcPr anchor="ctr">
                    <a:lnL>
                      <a:noFill/>
                    </a:lnL>
                    <a:lnR>
                      <a:noFill/>
                    </a:lnR>
                    <a:lnT>
                      <a:noFill/>
                    </a:lnT>
                    <a:lnB>
                      <a:noFill/>
                    </a:lnB>
                    <a:noFill/>
                  </a:tcPr>
                </a:tc>
                <a:tc>
                  <a:txBody>
                    <a:bodyPr/>
                    <a:lstStyle/>
                    <a:p>
                      <a:pPr>
                        <a:buNone/>
                      </a:pPr>
                      <a:r>
                        <a:rPr lang="en-IN" b="1" dirty="0"/>
                        <a:t>Risk</a:t>
                      </a:r>
                    </a:p>
                  </a:txBody>
                  <a:tcPr anchor="ctr">
                    <a:lnL>
                      <a:noFill/>
                    </a:lnL>
                    <a:lnR>
                      <a:noFill/>
                    </a:lnR>
                    <a:lnT>
                      <a:noFill/>
                    </a:lnT>
                    <a:lnB>
                      <a:noFill/>
                    </a:lnB>
                    <a:noFill/>
                  </a:tcPr>
                </a:tc>
                <a:extLst>
                  <a:ext uri="{0D108BD9-81ED-4DB2-BD59-A6C34878D82A}">
                    <a16:rowId xmlns:a16="http://schemas.microsoft.com/office/drawing/2014/main" val="226850118"/>
                  </a:ext>
                </a:extLst>
              </a:tr>
              <a:tr h="326408">
                <a:tc>
                  <a:txBody>
                    <a:bodyPr/>
                    <a:lstStyle/>
                    <a:p>
                      <a:pPr>
                        <a:buNone/>
                      </a:pPr>
                      <a:r>
                        <a:rPr lang="en-IN"/>
                        <a:t>Server Version Disclosure</a:t>
                      </a:r>
                    </a:p>
                  </a:txBody>
                  <a:tcPr anchor="ctr">
                    <a:lnL>
                      <a:noFill/>
                    </a:lnL>
                    <a:lnR>
                      <a:noFill/>
                    </a:lnR>
                    <a:lnT>
                      <a:noFill/>
                    </a:lnT>
                    <a:lnB>
                      <a:noFill/>
                    </a:lnB>
                    <a:noFill/>
                  </a:tcPr>
                </a:tc>
                <a:tc>
                  <a:txBody>
                    <a:bodyPr/>
                    <a:lstStyle/>
                    <a:p>
                      <a:pPr>
                        <a:buNone/>
                      </a:pPr>
                      <a:r>
                        <a:rPr lang="en-IN"/>
                        <a:t>Low</a:t>
                      </a:r>
                    </a:p>
                  </a:txBody>
                  <a:tcPr anchor="ctr">
                    <a:lnL>
                      <a:noFill/>
                    </a:lnL>
                    <a:lnR>
                      <a:noFill/>
                    </a:lnR>
                    <a:lnT>
                      <a:noFill/>
                    </a:lnT>
                    <a:lnB>
                      <a:noFill/>
                    </a:lnB>
                    <a:noFill/>
                  </a:tcPr>
                </a:tc>
                <a:extLst>
                  <a:ext uri="{0D108BD9-81ED-4DB2-BD59-A6C34878D82A}">
                    <a16:rowId xmlns:a16="http://schemas.microsoft.com/office/drawing/2014/main" val="3845750849"/>
                  </a:ext>
                </a:extLst>
              </a:tr>
              <a:tr h="326408">
                <a:tc>
                  <a:txBody>
                    <a:bodyPr/>
                    <a:lstStyle/>
                    <a:p>
                      <a:pPr>
                        <a:buNone/>
                      </a:pPr>
                      <a:r>
                        <a:rPr lang="en-IN"/>
                        <a:t>Apache Technology Detection</a:t>
                      </a:r>
                    </a:p>
                  </a:txBody>
                  <a:tcPr anchor="ctr">
                    <a:lnL>
                      <a:noFill/>
                    </a:lnL>
                    <a:lnR>
                      <a:noFill/>
                    </a:lnR>
                    <a:lnT>
                      <a:noFill/>
                    </a:lnT>
                    <a:lnB>
                      <a:noFill/>
                    </a:lnB>
                    <a:noFill/>
                  </a:tcPr>
                </a:tc>
                <a:tc>
                  <a:txBody>
                    <a:bodyPr/>
                    <a:lstStyle/>
                    <a:p>
                      <a:pPr>
                        <a:buNone/>
                      </a:pPr>
                      <a:r>
                        <a:rPr lang="en-IN"/>
                        <a:t>Informational</a:t>
                      </a:r>
                    </a:p>
                  </a:txBody>
                  <a:tcPr anchor="ctr">
                    <a:lnL>
                      <a:noFill/>
                    </a:lnL>
                    <a:lnR>
                      <a:noFill/>
                    </a:lnR>
                    <a:lnT>
                      <a:noFill/>
                    </a:lnT>
                    <a:lnB>
                      <a:noFill/>
                    </a:lnB>
                    <a:noFill/>
                  </a:tcPr>
                </a:tc>
                <a:extLst>
                  <a:ext uri="{0D108BD9-81ED-4DB2-BD59-A6C34878D82A}">
                    <a16:rowId xmlns:a16="http://schemas.microsoft.com/office/drawing/2014/main" val="4077013899"/>
                  </a:ext>
                </a:extLst>
              </a:tr>
              <a:tr h="326408">
                <a:tc>
                  <a:txBody>
                    <a:bodyPr/>
                    <a:lstStyle/>
                    <a:p>
                      <a:pPr>
                        <a:buNone/>
                      </a:pPr>
                      <a:r>
                        <a:rPr lang="en-IN"/>
                        <a:t>Non-Storable Content</a:t>
                      </a:r>
                    </a:p>
                  </a:txBody>
                  <a:tcPr anchor="ctr">
                    <a:lnL>
                      <a:noFill/>
                    </a:lnL>
                    <a:lnR>
                      <a:noFill/>
                    </a:lnR>
                    <a:lnT>
                      <a:noFill/>
                    </a:lnT>
                    <a:lnB>
                      <a:noFill/>
                    </a:lnB>
                    <a:noFill/>
                  </a:tcPr>
                </a:tc>
                <a:tc>
                  <a:txBody>
                    <a:bodyPr/>
                    <a:lstStyle/>
                    <a:p>
                      <a:pPr>
                        <a:buNone/>
                      </a:pPr>
                      <a:r>
                        <a:rPr lang="en-IN"/>
                        <a:t>Informational</a:t>
                      </a:r>
                    </a:p>
                  </a:txBody>
                  <a:tcPr anchor="ctr">
                    <a:lnL>
                      <a:noFill/>
                    </a:lnL>
                    <a:lnR>
                      <a:noFill/>
                    </a:lnR>
                    <a:lnT>
                      <a:noFill/>
                    </a:lnT>
                    <a:lnB>
                      <a:noFill/>
                    </a:lnB>
                    <a:noFill/>
                  </a:tcPr>
                </a:tc>
                <a:extLst>
                  <a:ext uri="{0D108BD9-81ED-4DB2-BD59-A6C34878D82A}">
                    <a16:rowId xmlns:a16="http://schemas.microsoft.com/office/drawing/2014/main" val="2306863592"/>
                  </a:ext>
                </a:extLst>
              </a:tr>
              <a:tr h="326408">
                <a:tc>
                  <a:txBody>
                    <a:bodyPr/>
                    <a:lstStyle/>
                    <a:p>
                      <a:pPr>
                        <a:buNone/>
                      </a:pPr>
                      <a:r>
                        <a:rPr lang="en-IN"/>
                        <a:t>Missing Sec-Fetch-Dest</a:t>
                      </a:r>
                    </a:p>
                  </a:txBody>
                  <a:tcPr anchor="ctr">
                    <a:lnL>
                      <a:noFill/>
                    </a:lnL>
                    <a:lnR>
                      <a:noFill/>
                    </a:lnR>
                    <a:lnT>
                      <a:noFill/>
                    </a:lnT>
                    <a:lnB>
                      <a:noFill/>
                    </a:lnB>
                    <a:noFill/>
                  </a:tcPr>
                </a:tc>
                <a:tc>
                  <a:txBody>
                    <a:bodyPr/>
                    <a:lstStyle/>
                    <a:p>
                      <a:pPr>
                        <a:buNone/>
                      </a:pPr>
                      <a:r>
                        <a:rPr lang="en-IN"/>
                        <a:t>Informational</a:t>
                      </a:r>
                    </a:p>
                  </a:txBody>
                  <a:tcPr anchor="ctr">
                    <a:lnL>
                      <a:noFill/>
                    </a:lnL>
                    <a:lnR>
                      <a:noFill/>
                    </a:lnR>
                    <a:lnT>
                      <a:noFill/>
                    </a:lnT>
                    <a:lnB>
                      <a:noFill/>
                    </a:lnB>
                    <a:noFill/>
                  </a:tcPr>
                </a:tc>
                <a:extLst>
                  <a:ext uri="{0D108BD9-81ED-4DB2-BD59-A6C34878D82A}">
                    <a16:rowId xmlns:a16="http://schemas.microsoft.com/office/drawing/2014/main" val="3172293199"/>
                  </a:ext>
                </a:extLst>
              </a:tr>
              <a:tr h="326408">
                <a:tc>
                  <a:txBody>
                    <a:bodyPr/>
                    <a:lstStyle/>
                    <a:p>
                      <a:pPr>
                        <a:buNone/>
                      </a:pPr>
                      <a:r>
                        <a:rPr lang="en-IN"/>
                        <a:t>Missing Sec-Fetch-Mode</a:t>
                      </a:r>
                    </a:p>
                  </a:txBody>
                  <a:tcPr anchor="ctr">
                    <a:lnL>
                      <a:noFill/>
                    </a:lnL>
                    <a:lnR>
                      <a:noFill/>
                    </a:lnR>
                    <a:lnT>
                      <a:noFill/>
                    </a:lnT>
                    <a:lnB>
                      <a:noFill/>
                    </a:lnB>
                    <a:noFill/>
                  </a:tcPr>
                </a:tc>
                <a:tc>
                  <a:txBody>
                    <a:bodyPr/>
                    <a:lstStyle/>
                    <a:p>
                      <a:pPr>
                        <a:buNone/>
                      </a:pPr>
                      <a:r>
                        <a:rPr lang="en-IN"/>
                        <a:t>Informational</a:t>
                      </a:r>
                    </a:p>
                  </a:txBody>
                  <a:tcPr anchor="ctr">
                    <a:lnL>
                      <a:noFill/>
                    </a:lnL>
                    <a:lnR>
                      <a:noFill/>
                    </a:lnR>
                    <a:lnT>
                      <a:noFill/>
                    </a:lnT>
                    <a:lnB>
                      <a:noFill/>
                    </a:lnB>
                    <a:noFill/>
                  </a:tcPr>
                </a:tc>
                <a:extLst>
                  <a:ext uri="{0D108BD9-81ED-4DB2-BD59-A6C34878D82A}">
                    <a16:rowId xmlns:a16="http://schemas.microsoft.com/office/drawing/2014/main" val="3543205511"/>
                  </a:ext>
                </a:extLst>
              </a:tr>
              <a:tr h="326408">
                <a:tc>
                  <a:txBody>
                    <a:bodyPr/>
                    <a:lstStyle/>
                    <a:p>
                      <a:pPr>
                        <a:buNone/>
                      </a:pPr>
                      <a:r>
                        <a:rPr lang="en-IN"/>
                        <a:t>Missing Sec-Fetch-Site</a:t>
                      </a:r>
                    </a:p>
                  </a:txBody>
                  <a:tcPr anchor="ctr">
                    <a:lnL>
                      <a:noFill/>
                    </a:lnL>
                    <a:lnR>
                      <a:noFill/>
                    </a:lnR>
                    <a:lnT>
                      <a:noFill/>
                    </a:lnT>
                    <a:lnB>
                      <a:noFill/>
                    </a:lnB>
                    <a:noFill/>
                  </a:tcPr>
                </a:tc>
                <a:tc>
                  <a:txBody>
                    <a:bodyPr/>
                    <a:lstStyle/>
                    <a:p>
                      <a:pPr>
                        <a:buNone/>
                      </a:pPr>
                      <a:r>
                        <a:rPr lang="en-IN"/>
                        <a:t>Informational</a:t>
                      </a:r>
                    </a:p>
                  </a:txBody>
                  <a:tcPr anchor="ctr">
                    <a:lnL>
                      <a:noFill/>
                    </a:lnL>
                    <a:lnR>
                      <a:noFill/>
                    </a:lnR>
                    <a:lnT>
                      <a:noFill/>
                    </a:lnT>
                    <a:lnB>
                      <a:noFill/>
                    </a:lnB>
                    <a:noFill/>
                  </a:tcPr>
                </a:tc>
                <a:extLst>
                  <a:ext uri="{0D108BD9-81ED-4DB2-BD59-A6C34878D82A}">
                    <a16:rowId xmlns:a16="http://schemas.microsoft.com/office/drawing/2014/main" val="4273828957"/>
                  </a:ext>
                </a:extLst>
              </a:tr>
              <a:tr h="326408">
                <a:tc>
                  <a:txBody>
                    <a:bodyPr/>
                    <a:lstStyle/>
                    <a:p>
                      <a:pPr>
                        <a:buNone/>
                      </a:pPr>
                      <a:r>
                        <a:rPr lang="en-IN" dirty="0"/>
                        <a:t>Missing Sec-Fetch-User</a:t>
                      </a:r>
                    </a:p>
                  </a:txBody>
                  <a:tcPr anchor="ctr">
                    <a:lnL>
                      <a:noFill/>
                    </a:lnL>
                    <a:lnR>
                      <a:noFill/>
                    </a:lnR>
                    <a:lnT>
                      <a:noFill/>
                    </a:lnT>
                    <a:lnB>
                      <a:noFill/>
                    </a:lnB>
                    <a:noFill/>
                  </a:tcPr>
                </a:tc>
                <a:tc>
                  <a:txBody>
                    <a:bodyPr/>
                    <a:lstStyle/>
                    <a:p>
                      <a:pPr>
                        <a:buNone/>
                      </a:pPr>
                      <a:r>
                        <a:rPr lang="en-IN" dirty="0"/>
                        <a:t>Informational</a:t>
                      </a:r>
                    </a:p>
                  </a:txBody>
                  <a:tcPr anchor="ctr">
                    <a:lnL>
                      <a:noFill/>
                    </a:lnL>
                    <a:lnR>
                      <a:noFill/>
                    </a:lnR>
                    <a:lnT>
                      <a:noFill/>
                    </a:lnT>
                    <a:lnB>
                      <a:noFill/>
                    </a:lnB>
                    <a:noFill/>
                  </a:tcPr>
                </a:tc>
                <a:extLst>
                  <a:ext uri="{0D108BD9-81ED-4DB2-BD59-A6C34878D82A}">
                    <a16:rowId xmlns:a16="http://schemas.microsoft.com/office/drawing/2014/main" val="3253791107"/>
                  </a:ext>
                </a:extLst>
              </a:tr>
            </a:tbl>
          </a:graphicData>
        </a:graphic>
      </p:graphicFrame>
      <p:sp>
        <p:nvSpPr>
          <p:cNvPr id="6" name="TextBox 5">
            <a:extLst>
              <a:ext uri="{FF2B5EF4-FFF2-40B4-BE49-F238E27FC236}">
                <a16:creationId xmlns:a16="http://schemas.microsoft.com/office/drawing/2014/main" id="{CCD12196-DF0B-CDC8-C598-3A677713BE58}"/>
              </a:ext>
            </a:extLst>
          </p:cNvPr>
          <p:cNvSpPr txBox="1"/>
          <p:nvPr/>
        </p:nvSpPr>
        <p:spPr>
          <a:xfrm>
            <a:off x="689810" y="4222085"/>
            <a:ext cx="10663989" cy="1200329"/>
          </a:xfrm>
          <a:prstGeom prst="rect">
            <a:avLst/>
          </a:prstGeom>
          <a:noFill/>
        </p:spPr>
        <p:txBody>
          <a:bodyPr wrap="square">
            <a:spAutoFit/>
          </a:bodyPr>
          <a:lstStyle/>
          <a:p>
            <a:pPr>
              <a:buNone/>
            </a:pPr>
            <a:r>
              <a:rPr lang="en-IN" b="1" dirty="0"/>
              <a:t>Overall Risk Rating : </a:t>
            </a:r>
            <a:r>
              <a:rPr lang="en-IN" dirty="0"/>
              <a:t>Low</a:t>
            </a:r>
          </a:p>
          <a:p>
            <a:pPr>
              <a:buNone/>
            </a:pPr>
            <a:r>
              <a:rPr lang="en-IN" dirty="0"/>
              <a:t>The assessment identified no Critical, High, or Medium vulnerabilities.</a:t>
            </a:r>
          </a:p>
          <a:p>
            <a:pPr>
              <a:buNone/>
            </a:pPr>
            <a:r>
              <a:rPr lang="en-IN" dirty="0"/>
              <a:t>Most findings are informational and relate to improving security best practices rather than immediate security threats.</a:t>
            </a:r>
          </a:p>
        </p:txBody>
      </p:sp>
    </p:spTree>
    <p:extLst>
      <p:ext uri="{BB962C8B-B14F-4D97-AF65-F5344CB8AC3E}">
        <p14:creationId xmlns:p14="http://schemas.microsoft.com/office/powerpoint/2010/main" val="422890617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A26C9E-277A-538B-643D-25D06FE35DA9}"/>
              </a:ext>
            </a:extLst>
          </p:cNvPr>
          <p:cNvSpPr>
            <a:spLocks noGrp="1"/>
          </p:cNvSpPr>
          <p:nvPr>
            <p:ph type="title"/>
          </p:nvPr>
        </p:nvSpPr>
        <p:spPr>
          <a:xfrm>
            <a:off x="838200" y="-165175"/>
            <a:ext cx="10515600" cy="1325563"/>
          </a:xfrm>
        </p:spPr>
        <p:txBody>
          <a:bodyPr/>
          <a:lstStyle/>
          <a:p>
            <a:r>
              <a:rPr lang="en-IN" dirty="0"/>
              <a:t>Business impact </a:t>
            </a:r>
          </a:p>
        </p:txBody>
      </p:sp>
      <p:graphicFrame>
        <p:nvGraphicFramePr>
          <p:cNvPr id="4" name="Content Placeholder 3">
            <a:extLst>
              <a:ext uri="{FF2B5EF4-FFF2-40B4-BE49-F238E27FC236}">
                <a16:creationId xmlns:a16="http://schemas.microsoft.com/office/drawing/2014/main" id="{9D03A66C-51D0-3457-FE51-4171E5AABD42}"/>
              </a:ext>
            </a:extLst>
          </p:cNvPr>
          <p:cNvGraphicFramePr>
            <a:graphicFrameLocks noGrp="1"/>
          </p:cNvGraphicFramePr>
          <p:nvPr>
            <p:ph idx="1"/>
            <p:extLst>
              <p:ext uri="{D42A27DB-BD31-4B8C-83A1-F6EECF244321}">
                <p14:modId xmlns:p14="http://schemas.microsoft.com/office/powerpoint/2010/main" val="1585063958"/>
              </p:ext>
            </p:extLst>
          </p:nvPr>
        </p:nvGraphicFramePr>
        <p:xfrm>
          <a:off x="1078831" y="3861812"/>
          <a:ext cx="9605211" cy="2194560"/>
        </p:xfrm>
        <a:graphic>
          <a:graphicData uri="http://schemas.openxmlformats.org/drawingml/2006/table">
            <a:tbl>
              <a:tblPr/>
              <a:tblGrid>
                <a:gridCol w="4011329">
                  <a:extLst>
                    <a:ext uri="{9D8B030D-6E8A-4147-A177-3AD203B41FA5}">
                      <a16:colId xmlns:a16="http://schemas.microsoft.com/office/drawing/2014/main" val="1704799295"/>
                    </a:ext>
                  </a:extLst>
                </a:gridCol>
                <a:gridCol w="5593882">
                  <a:extLst>
                    <a:ext uri="{9D8B030D-6E8A-4147-A177-3AD203B41FA5}">
                      <a16:colId xmlns:a16="http://schemas.microsoft.com/office/drawing/2014/main" val="3009546063"/>
                    </a:ext>
                  </a:extLst>
                </a:gridCol>
              </a:tblGrid>
              <a:tr h="0">
                <a:tc>
                  <a:txBody>
                    <a:bodyPr/>
                    <a:lstStyle/>
                    <a:p>
                      <a:pPr>
                        <a:buNone/>
                      </a:pPr>
                      <a:r>
                        <a:rPr lang="en-IN" b="1" dirty="0"/>
                        <a:t>Issue</a:t>
                      </a:r>
                    </a:p>
                  </a:txBody>
                  <a:tcPr anchor="ctr">
                    <a:lnL>
                      <a:noFill/>
                    </a:lnL>
                    <a:lnR>
                      <a:noFill/>
                    </a:lnR>
                    <a:lnT>
                      <a:noFill/>
                    </a:lnT>
                    <a:lnB>
                      <a:noFill/>
                    </a:lnB>
                    <a:noFill/>
                  </a:tcPr>
                </a:tc>
                <a:tc>
                  <a:txBody>
                    <a:bodyPr/>
                    <a:lstStyle/>
                    <a:p>
                      <a:pPr>
                        <a:buNone/>
                      </a:pPr>
                      <a:r>
                        <a:rPr lang="en-IN" b="1" dirty="0"/>
                        <a:t>Recommended Fix</a:t>
                      </a:r>
                    </a:p>
                  </a:txBody>
                  <a:tcPr anchor="ctr">
                    <a:lnL>
                      <a:noFill/>
                    </a:lnL>
                    <a:lnR>
                      <a:noFill/>
                    </a:lnR>
                    <a:lnT>
                      <a:noFill/>
                    </a:lnT>
                    <a:lnB>
                      <a:noFill/>
                    </a:lnB>
                    <a:noFill/>
                  </a:tcPr>
                </a:tc>
                <a:extLst>
                  <a:ext uri="{0D108BD9-81ED-4DB2-BD59-A6C34878D82A}">
                    <a16:rowId xmlns:a16="http://schemas.microsoft.com/office/drawing/2014/main" val="120666530"/>
                  </a:ext>
                </a:extLst>
              </a:tr>
              <a:tr h="0">
                <a:tc>
                  <a:txBody>
                    <a:bodyPr/>
                    <a:lstStyle/>
                    <a:p>
                      <a:pPr>
                        <a:buNone/>
                      </a:pPr>
                      <a:r>
                        <a:rPr lang="en-IN"/>
                        <a:t>Server Version Disclosure</a:t>
                      </a:r>
                    </a:p>
                  </a:txBody>
                  <a:tcPr anchor="ctr">
                    <a:lnL>
                      <a:noFill/>
                    </a:lnL>
                    <a:lnR>
                      <a:noFill/>
                    </a:lnR>
                    <a:lnT>
                      <a:noFill/>
                    </a:lnT>
                    <a:lnB>
                      <a:noFill/>
                    </a:lnB>
                    <a:noFill/>
                  </a:tcPr>
                </a:tc>
                <a:tc>
                  <a:txBody>
                    <a:bodyPr/>
                    <a:lstStyle/>
                    <a:p>
                      <a:pPr>
                        <a:buNone/>
                      </a:pPr>
                      <a:r>
                        <a:rPr lang="en-IN"/>
                        <a:t>Hide Apache version information</a:t>
                      </a:r>
                    </a:p>
                  </a:txBody>
                  <a:tcPr anchor="ctr">
                    <a:lnL>
                      <a:noFill/>
                    </a:lnL>
                    <a:lnR>
                      <a:noFill/>
                    </a:lnR>
                    <a:lnT>
                      <a:noFill/>
                    </a:lnT>
                    <a:lnB>
                      <a:noFill/>
                    </a:lnB>
                    <a:noFill/>
                  </a:tcPr>
                </a:tc>
                <a:extLst>
                  <a:ext uri="{0D108BD9-81ED-4DB2-BD59-A6C34878D82A}">
                    <a16:rowId xmlns:a16="http://schemas.microsoft.com/office/drawing/2014/main" val="862372982"/>
                  </a:ext>
                </a:extLst>
              </a:tr>
              <a:tr h="0">
                <a:tc>
                  <a:txBody>
                    <a:bodyPr/>
                    <a:lstStyle/>
                    <a:p>
                      <a:pPr>
                        <a:buNone/>
                      </a:pPr>
                      <a:r>
                        <a:rPr lang="en-IN" dirty="0"/>
                        <a:t>Apache Detection</a:t>
                      </a:r>
                    </a:p>
                  </a:txBody>
                  <a:tcPr anchor="ctr">
                    <a:lnL>
                      <a:noFill/>
                    </a:lnL>
                    <a:lnR>
                      <a:noFill/>
                    </a:lnR>
                    <a:lnT>
                      <a:noFill/>
                    </a:lnT>
                    <a:lnB>
                      <a:noFill/>
                    </a:lnB>
                    <a:noFill/>
                  </a:tcPr>
                </a:tc>
                <a:tc>
                  <a:txBody>
                    <a:bodyPr/>
                    <a:lstStyle/>
                    <a:p>
                      <a:pPr>
                        <a:buNone/>
                      </a:pPr>
                      <a:r>
                        <a:rPr lang="en-IN"/>
                        <a:t>Keep Apache updated</a:t>
                      </a:r>
                    </a:p>
                  </a:txBody>
                  <a:tcPr anchor="ctr">
                    <a:lnL>
                      <a:noFill/>
                    </a:lnL>
                    <a:lnR>
                      <a:noFill/>
                    </a:lnR>
                    <a:lnT>
                      <a:noFill/>
                    </a:lnT>
                    <a:lnB>
                      <a:noFill/>
                    </a:lnB>
                    <a:noFill/>
                  </a:tcPr>
                </a:tc>
                <a:extLst>
                  <a:ext uri="{0D108BD9-81ED-4DB2-BD59-A6C34878D82A}">
                    <a16:rowId xmlns:a16="http://schemas.microsoft.com/office/drawing/2014/main" val="2998251432"/>
                  </a:ext>
                </a:extLst>
              </a:tr>
              <a:tr h="0">
                <a:tc>
                  <a:txBody>
                    <a:bodyPr/>
                    <a:lstStyle/>
                    <a:p>
                      <a:pPr>
                        <a:buNone/>
                      </a:pPr>
                      <a:r>
                        <a:rPr lang="en-IN"/>
                        <a:t>Missing Cache Headers</a:t>
                      </a:r>
                    </a:p>
                  </a:txBody>
                  <a:tcPr anchor="ctr">
                    <a:lnL>
                      <a:noFill/>
                    </a:lnL>
                    <a:lnR>
                      <a:noFill/>
                    </a:lnR>
                    <a:lnT>
                      <a:noFill/>
                    </a:lnT>
                    <a:lnB>
                      <a:noFill/>
                    </a:lnB>
                    <a:noFill/>
                  </a:tcPr>
                </a:tc>
                <a:tc>
                  <a:txBody>
                    <a:bodyPr/>
                    <a:lstStyle/>
                    <a:p>
                      <a:pPr>
                        <a:buNone/>
                      </a:pPr>
                      <a:r>
                        <a:rPr lang="en-IN"/>
                        <a:t>Configure Cache-Control headers</a:t>
                      </a:r>
                    </a:p>
                  </a:txBody>
                  <a:tcPr anchor="ctr">
                    <a:lnL>
                      <a:noFill/>
                    </a:lnL>
                    <a:lnR>
                      <a:noFill/>
                    </a:lnR>
                    <a:lnT>
                      <a:noFill/>
                    </a:lnT>
                    <a:lnB>
                      <a:noFill/>
                    </a:lnB>
                    <a:noFill/>
                  </a:tcPr>
                </a:tc>
                <a:extLst>
                  <a:ext uri="{0D108BD9-81ED-4DB2-BD59-A6C34878D82A}">
                    <a16:rowId xmlns:a16="http://schemas.microsoft.com/office/drawing/2014/main" val="3563008340"/>
                  </a:ext>
                </a:extLst>
              </a:tr>
              <a:tr h="0">
                <a:tc>
                  <a:txBody>
                    <a:bodyPr/>
                    <a:lstStyle/>
                    <a:p>
                      <a:pPr>
                        <a:buNone/>
                      </a:pPr>
                      <a:r>
                        <a:rPr lang="en-IN"/>
                        <a:t>Missing Fetch Headers</a:t>
                      </a:r>
                    </a:p>
                  </a:txBody>
                  <a:tcPr anchor="ctr">
                    <a:lnL>
                      <a:noFill/>
                    </a:lnL>
                    <a:lnR>
                      <a:noFill/>
                    </a:lnR>
                    <a:lnT>
                      <a:noFill/>
                    </a:lnT>
                    <a:lnB>
                      <a:noFill/>
                    </a:lnB>
                    <a:noFill/>
                  </a:tcPr>
                </a:tc>
                <a:tc>
                  <a:txBody>
                    <a:bodyPr/>
                    <a:lstStyle/>
                    <a:p>
                      <a:pPr>
                        <a:buNone/>
                      </a:pPr>
                      <a:r>
                        <a:rPr lang="en-IN"/>
                        <a:t>Implement Fetch Metadata validation</a:t>
                      </a:r>
                    </a:p>
                  </a:txBody>
                  <a:tcPr anchor="ctr">
                    <a:lnL>
                      <a:noFill/>
                    </a:lnL>
                    <a:lnR>
                      <a:noFill/>
                    </a:lnR>
                    <a:lnT>
                      <a:noFill/>
                    </a:lnT>
                    <a:lnB>
                      <a:noFill/>
                    </a:lnB>
                    <a:noFill/>
                  </a:tcPr>
                </a:tc>
                <a:extLst>
                  <a:ext uri="{0D108BD9-81ED-4DB2-BD59-A6C34878D82A}">
                    <a16:rowId xmlns:a16="http://schemas.microsoft.com/office/drawing/2014/main" val="171249328"/>
                  </a:ext>
                </a:extLst>
              </a:tr>
              <a:tr h="0">
                <a:tc>
                  <a:txBody>
                    <a:bodyPr/>
                    <a:lstStyle/>
                    <a:p>
                      <a:pPr>
                        <a:buNone/>
                      </a:pPr>
                      <a:r>
                        <a:rPr lang="en-IN"/>
                        <a:t>General Security</a:t>
                      </a:r>
                    </a:p>
                  </a:txBody>
                  <a:tcPr anchor="ctr">
                    <a:lnL>
                      <a:noFill/>
                    </a:lnL>
                    <a:lnR>
                      <a:noFill/>
                    </a:lnR>
                    <a:lnT>
                      <a:noFill/>
                    </a:lnT>
                    <a:lnB>
                      <a:noFill/>
                    </a:lnB>
                    <a:noFill/>
                  </a:tcPr>
                </a:tc>
                <a:tc>
                  <a:txBody>
                    <a:bodyPr/>
                    <a:lstStyle/>
                    <a:p>
                      <a:pPr>
                        <a:buNone/>
                      </a:pPr>
                      <a:r>
                        <a:rPr lang="en-IN" dirty="0"/>
                        <a:t>Regular patch management and security reviews</a:t>
                      </a:r>
                    </a:p>
                  </a:txBody>
                  <a:tcPr anchor="ctr">
                    <a:lnL>
                      <a:noFill/>
                    </a:lnL>
                    <a:lnR>
                      <a:noFill/>
                    </a:lnR>
                    <a:lnT>
                      <a:noFill/>
                    </a:lnT>
                    <a:lnB>
                      <a:noFill/>
                    </a:lnB>
                    <a:noFill/>
                  </a:tcPr>
                </a:tc>
                <a:extLst>
                  <a:ext uri="{0D108BD9-81ED-4DB2-BD59-A6C34878D82A}">
                    <a16:rowId xmlns:a16="http://schemas.microsoft.com/office/drawing/2014/main" val="3027434302"/>
                  </a:ext>
                </a:extLst>
              </a:tr>
            </a:tbl>
          </a:graphicData>
        </a:graphic>
      </p:graphicFrame>
      <p:sp>
        <p:nvSpPr>
          <p:cNvPr id="6" name="TextBox 5">
            <a:extLst>
              <a:ext uri="{FF2B5EF4-FFF2-40B4-BE49-F238E27FC236}">
                <a16:creationId xmlns:a16="http://schemas.microsoft.com/office/drawing/2014/main" id="{6EA93B0B-12D7-68FF-4C6B-08360E270A12}"/>
              </a:ext>
            </a:extLst>
          </p:cNvPr>
          <p:cNvSpPr txBox="1"/>
          <p:nvPr/>
        </p:nvSpPr>
        <p:spPr>
          <a:xfrm>
            <a:off x="838200" y="999490"/>
            <a:ext cx="10804358" cy="2862322"/>
          </a:xfrm>
          <a:prstGeom prst="rect">
            <a:avLst/>
          </a:prstGeom>
          <a:noFill/>
        </p:spPr>
        <p:txBody>
          <a:bodyPr wrap="square">
            <a:spAutoFit/>
          </a:bodyPr>
          <a:lstStyle/>
          <a:p>
            <a:pPr>
              <a:buNone/>
            </a:pPr>
            <a:r>
              <a:rPr lang="en-IN" dirty="0"/>
              <a:t>If left unresolved:</a:t>
            </a:r>
          </a:p>
          <a:p>
            <a:pPr>
              <a:buFont typeface="Arial" panose="020B0604020202020204" pitchFamily="34" charset="0"/>
              <a:buChar char="•"/>
            </a:pPr>
            <a:r>
              <a:rPr lang="en-IN" dirty="0"/>
              <a:t>Attackers gain additional reconnaissance information. </a:t>
            </a:r>
          </a:p>
          <a:p>
            <a:pPr>
              <a:buFont typeface="Arial" panose="020B0604020202020204" pitchFamily="34" charset="0"/>
              <a:buChar char="•"/>
            </a:pPr>
            <a:r>
              <a:rPr lang="en-IN" dirty="0"/>
              <a:t>Technology stack becomes easier to fingerprint. </a:t>
            </a:r>
          </a:p>
          <a:p>
            <a:pPr>
              <a:buFont typeface="Arial" panose="020B0604020202020204" pitchFamily="34" charset="0"/>
              <a:buChar char="•"/>
            </a:pPr>
            <a:r>
              <a:rPr lang="en-IN" dirty="0"/>
              <a:t>Browser security protections are reduced. </a:t>
            </a:r>
          </a:p>
          <a:p>
            <a:pPr>
              <a:buFont typeface="Arial" panose="020B0604020202020204" pitchFamily="34" charset="0"/>
              <a:buChar char="•"/>
            </a:pPr>
            <a:r>
              <a:rPr lang="en-IN" dirty="0"/>
              <a:t>Sensitive content may be cached under certain conditions. </a:t>
            </a:r>
          </a:p>
          <a:p>
            <a:pPr>
              <a:buNone/>
            </a:pPr>
            <a:r>
              <a:rPr lang="en-IN" dirty="0"/>
              <a:t>No evidence of remote code execution, SQL Injection, Cross-Site Scripting, authentication bypass, or other high-risk vulnerabilities was identified during this passive assessment.</a:t>
            </a:r>
          </a:p>
          <a:p>
            <a:pPr>
              <a:buNone/>
            </a:pPr>
            <a:br>
              <a:rPr lang="en-IN" dirty="0"/>
            </a:br>
            <a:endParaRPr lang="en-IN" dirty="0"/>
          </a:p>
          <a:p>
            <a:pPr>
              <a:buNone/>
            </a:pPr>
            <a:r>
              <a:rPr lang="en-IN" b="1" dirty="0"/>
              <a:t>Remediation Summary</a:t>
            </a:r>
          </a:p>
        </p:txBody>
      </p:sp>
    </p:spTree>
    <p:extLst>
      <p:ext uri="{BB962C8B-B14F-4D97-AF65-F5344CB8AC3E}">
        <p14:creationId xmlns:p14="http://schemas.microsoft.com/office/powerpoint/2010/main" val="155581490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44856-A127-4B44-E011-250102B9E810}"/>
              </a:ext>
            </a:extLst>
          </p:cNvPr>
          <p:cNvSpPr>
            <a:spLocks noGrp="1"/>
          </p:cNvSpPr>
          <p:nvPr>
            <p:ph type="title"/>
          </p:nvPr>
        </p:nvSpPr>
        <p:spPr>
          <a:xfrm>
            <a:off x="838200" y="-148222"/>
            <a:ext cx="10515600" cy="1325563"/>
          </a:xfrm>
        </p:spPr>
        <p:txBody>
          <a:bodyPr/>
          <a:lstStyle/>
          <a:p>
            <a:r>
              <a:rPr lang="en-IN" dirty="0"/>
              <a:t>Limitations</a:t>
            </a:r>
          </a:p>
        </p:txBody>
      </p:sp>
      <p:sp>
        <p:nvSpPr>
          <p:cNvPr id="3" name="Content Placeholder 2">
            <a:extLst>
              <a:ext uri="{FF2B5EF4-FFF2-40B4-BE49-F238E27FC236}">
                <a16:creationId xmlns:a16="http://schemas.microsoft.com/office/drawing/2014/main" id="{20FB9B05-D024-482D-C1F3-24A682C8AF4D}"/>
              </a:ext>
            </a:extLst>
          </p:cNvPr>
          <p:cNvSpPr>
            <a:spLocks noGrp="1"/>
          </p:cNvSpPr>
          <p:nvPr>
            <p:ph idx="1"/>
          </p:nvPr>
        </p:nvSpPr>
        <p:spPr>
          <a:xfrm>
            <a:off x="645695" y="1039561"/>
            <a:ext cx="10515600" cy="5521659"/>
          </a:xfrm>
        </p:spPr>
        <p:txBody>
          <a:bodyPr>
            <a:normAutofit fontScale="62500" lnSpcReduction="20000"/>
          </a:bodyPr>
          <a:lstStyle/>
          <a:p>
            <a:r>
              <a:rPr lang="en-IN" dirty="0"/>
              <a:t>This assessment was limited to passive scanning only.</a:t>
            </a:r>
          </a:p>
          <a:p>
            <a:r>
              <a:rPr lang="en-IN" dirty="0"/>
              <a:t>The following were intentionally excluded:</a:t>
            </a:r>
          </a:p>
          <a:p>
            <a:r>
              <a:rPr lang="en-IN" dirty="0"/>
              <a:t>Active exploitation </a:t>
            </a:r>
          </a:p>
          <a:p>
            <a:r>
              <a:rPr lang="en-IN" dirty="0"/>
              <a:t>SQL Injection testing </a:t>
            </a:r>
          </a:p>
          <a:p>
            <a:r>
              <a:rPr lang="en-IN" dirty="0"/>
              <a:t>Cross-Site Scripting exploitation </a:t>
            </a:r>
          </a:p>
          <a:p>
            <a:r>
              <a:rPr lang="en-IN" dirty="0"/>
              <a:t>Authentication testing </a:t>
            </a:r>
          </a:p>
          <a:p>
            <a:r>
              <a:rPr lang="en-IN" dirty="0"/>
              <a:t>Privilege escalation </a:t>
            </a:r>
          </a:p>
          <a:p>
            <a:r>
              <a:rPr lang="en-IN" dirty="0"/>
              <a:t>Denial of Service attacks </a:t>
            </a:r>
            <a:br>
              <a:rPr lang="en-IN" dirty="0"/>
            </a:br>
            <a:endParaRPr lang="en-IN" dirty="0"/>
          </a:p>
          <a:p>
            <a:pPr marL="0" indent="0">
              <a:buNone/>
            </a:pPr>
            <a:r>
              <a:rPr lang="en-IN" sz="3800" b="1" dirty="0"/>
              <a:t>Conclusion</a:t>
            </a:r>
          </a:p>
          <a:p>
            <a:r>
              <a:rPr lang="en-IN" dirty="0"/>
              <a:t>A passive vulnerability assessment of the target web application was successfully completed using OWASP ZAP and supporting security tools.</a:t>
            </a:r>
          </a:p>
          <a:p>
            <a:r>
              <a:rPr lang="en-IN" dirty="0"/>
              <a:t>The scan identified one low-risk information disclosure issue and several informational findings related to missing HTTP security headers and web server configuration. While these issues do not represent immediate security threats, addressing them will improve the application's overall security posture and reduce the amount of information exposed to potential attackers.</a:t>
            </a:r>
          </a:p>
          <a:p>
            <a:r>
              <a:rPr lang="en-IN" dirty="0"/>
              <a:t>No critical, high, or medium-risk vulnerabilities were identified during the scope of this assessment.</a:t>
            </a:r>
          </a:p>
          <a:p>
            <a:endParaRPr lang="en-IN" dirty="0"/>
          </a:p>
        </p:txBody>
      </p:sp>
    </p:spTree>
    <p:extLst>
      <p:ext uri="{BB962C8B-B14F-4D97-AF65-F5344CB8AC3E}">
        <p14:creationId xmlns:p14="http://schemas.microsoft.com/office/powerpoint/2010/main" val="414823687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355</TotalTime>
  <Words>941</Words>
  <Application>Microsoft Office PowerPoint</Application>
  <PresentationFormat>Widescreen</PresentationFormat>
  <Paragraphs>197</Paragraphs>
  <Slides>14</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Aptos</vt:lpstr>
      <vt:lpstr>Aptos Display</vt:lpstr>
      <vt:lpstr>Arial</vt:lpstr>
      <vt:lpstr>Office Theme</vt:lpstr>
      <vt:lpstr>Cyber Security Read-Only Assessment Report</vt:lpstr>
      <vt:lpstr>Executive summary</vt:lpstr>
      <vt:lpstr>PowerPoint Presentation</vt:lpstr>
      <vt:lpstr>PowerPoint Presentation</vt:lpstr>
      <vt:lpstr>Finding 1</vt:lpstr>
      <vt:lpstr>Finding 2</vt:lpstr>
      <vt:lpstr>Finding 3</vt:lpstr>
      <vt:lpstr>Finding 4</vt:lpstr>
      <vt:lpstr>Finding 5</vt:lpstr>
      <vt:lpstr>Finding 6</vt:lpstr>
      <vt:lpstr>Finding 7</vt:lpstr>
      <vt:lpstr>Risk Summary</vt:lpstr>
      <vt:lpstr>Business impact </vt:lpstr>
      <vt:lpstr>Limitations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Saniya Shaik</dc:creator>
  <cp:lastModifiedBy>Saniya Shaik</cp:lastModifiedBy>
  <cp:revision>1</cp:revision>
  <dcterms:created xsi:type="dcterms:W3CDTF">2026-06-28T12:52:48Z</dcterms:created>
  <dcterms:modified xsi:type="dcterms:W3CDTF">2026-06-28T18:48:20Z</dcterms:modified>
</cp:coreProperties>
</file>